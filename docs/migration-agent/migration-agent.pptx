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9e028d66-6c0b-44a5-b928-7a6326fc1ced}">
          <p14:sldIdLst>
            <p14:sldId id="256"/>
            <p14:sldId id="257"/>
          </p14:sldIdLst>
        </p14:section>
        <p14:section name="개요" id="{fb997f46-2ea1-d637-cab1-2b41654686ff}">
          <p14:sldIdLst>
            <p14:sldId id="258"/>
            <p14:sldId id="259"/>
            <p14:sldId id="260"/>
          </p14:sldIdLst>
        </p14:section>
        <p14:section name="아키텍처" id="{2454460a-42c1-5e92-6376-b3f5414b1c00}">
          <p14:sldIdLst>
            <p14:sldId id="261"/>
            <p14:sldId id="262"/>
            <p14:sldId id="263"/>
          </p14:sldIdLst>
        </p14:section>
        <p14:section name="파이프라인" id="{69a0c341-aec9-9050-bd38-da4655c944b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LangGraph" id="{2cbc73f2-0375-ae9e-4a16-85719b50447f}">
          <p14:sldIdLst>
            <p14:sldId id="277"/>
            <p14:sldId id="278"/>
          </p14:sldIdLst>
        </p14:section>
        <p14:section name="루프와 트리아지" id="{2036d383-ec88-3ab2-8388-644558b6520d}">
          <p14:sldIdLst>
            <p14:sldId id="279"/>
            <p14:sldId id="280"/>
            <p14:sldId id="281"/>
            <p14:sldId id="282"/>
            <p14:sldId id="283"/>
          </p14:sldIdLst>
        </p14:section>
        <p14:section name="LLM과 Blocked" id="{3e356252-0bee-63d7-5c76-1104cf620335}">
          <p14:sldIdLst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재구성 · 지식 · 플릿" id="{ddfb0cd6-1793-d72a-510f-1f0cfbec1437}">
          <p14:sldIdLst>
            <p14:sldId id="290"/>
            <p14:sldId id="291"/>
            <p14:sldId id="292"/>
            <p14:sldId id="293"/>
            <p14:sldId id="294"/>
          </p14:sldIdLst>
        </p14:section>
        <p14:section name="운영과 검증" id="{b99be1e9-488a-e857-521d-d981e24f1c4f}">
          <p14:sldIdLst>
            <p14:sldId id="295"/>
            <p14:sldId id="296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덱은 docs/migration-agent/README.md의 상세 설계를 요약합니다. 다이어그램은 같은 문서의 Mermaid 원본(diagrams/*.mmd)을 렌더링한 PNG입니다.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문서의 13개 절과 같은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완료 기준은 하나입니다: mvn clean package가 BUILD SUCCESS. 런타임은 as-is 소유 팀이 맡고, 테스트는 회사 설정에서 컴파일조차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케이스는 classifier가 결정적으로 정합니다. 같은 프로젝트와 같은 설정이면 같은 계획이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의도된 중단(Maven 없음, Maven 프로젝트 아님, 사내 parent 해석 불가)에서는 최종 빌드를 하지 않습니다. 보고서는 항상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inline 엔진도 같은 step_* 메서드를 씁니다. 두 엔진의 보고서가 같다는 것을 테스트가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journal.jsonl의 마지막 줄은 항상 report입니다. 없으면 프로세스가 강제 종료된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§2.1의 표를 줄인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스텝 이름만: intake → analyze → plan → jdk21.rewrite → jdk21.loop → spring.rewrite → spring.optional_bump → (parent_phase) → pre-emptive handlers → spring.loop → restructure.apply → restructure.loop → verify.build → verify.loop → verify.build 재실행 → finalize. 각 loop는 build → triage → fix·commit → build 반복.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journal: intake, graph_node, preflight, build_tool, effective_pom, effective_depmgmt.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journal: analyze(case_type, poms, build_tool, java, spring_boot, properties_external), advisories. sbmig analyze로 실행 없이 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journal: advisories_planned, plan_advice, plan(steps, pre_handlers, notes). followup: 노트는 Manual follow-ups로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journal 이벤트 이름은 코드의 journal({event: ...}) 호출 그대로입니다.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리라이트가 parent 교체보다 먼저인 이유: OpenRewrite는 as-is 클래스패스로 타입을 붙여야 javax / Boot 2·3 타입을 매칭합니다.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SPRING 그룹을 기다리게 하는 이유: 레시피 전에 servlet-api를 jakarta로 바꾸면 레시피가 타입을 인식하지 못하고 jdk21 빌드가 깨집니다.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멱등이므로 나중의 재구성 스텝은 올릴 것이 없다고 보고합니다.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journal: restructure(mode, ok, moved, generated, mandatory_added, optional_bumped, merge_conflicts …), placeholders, web_xml_registrations, restructure_failed.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journal: verify, verify_loop_start, blocked_released, verify_loop_end. 끄기: loop.phases.verify.max_iterations: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10: KB 기록과 보고서를 먼저 쓰고 느린 changes.patch / result.zip은 마지막에 만듭니다. infra:llm / maven / jdk / repository / disk 플래그가 플릿 차단기에 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loop 스텝의 내부는 5장에서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advisory와 carried-over 고정은 종료 코드를 바꾸지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무거운 객체(RunReport, PlanStep 묶음, BuildFixLoop)는 오케스트레이터와 노드 함수가 닫아 둔 holder에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SSE 이벤트: status, node, error, journal, log, report, ping, end. 파일: report.md, report.json, result.zip, sbmig.log, journal.jsonl, changes.patch, plan.json, profile.json.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phase별 goal / 라운드: jdk21 compile 3, spring test-compile 6, restructure package 6, verify package 3. 빌드는 최대 라운드 수 + 1번.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LLM이 적용할 것을 내놓지 못하면 트리가 그대로이므로 재빌드 없이 같은 결과로 다음 라운드를 진행합니다(reround).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결정적 선택지가 아무것도 바꾸지 못하면 시도함으로 표시하고 같은 클러스터를 다음 단계로 넘깁니다(최대 6번 재결정).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HandlerRegistry.default().ids() 순서가 반응형 매칭 우선순위입니다. 선제 기준과 목표 버전은 다릅니다(예: lombok 1.18.30 미만이면 1.18.38 이상으로).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 파일: jakarta_packages.yml(30), jakarta_libraries.yml(44), relocations.yml(45), known_packages.yml(75).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시스템 프롬프트: 최소한의 기계적 수정, 동작 유지, 새 서드파티 의존성 금지, 루트 parent / 버전 다운그레이드 금지, 보지 않은 코드는 요청. 끝났는지는 오케스트레이터가 빌드로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TRUNCATE_ORDER = notes, plan_notes, other_errors, previous_attempts, kb_hints, reference_files, advisory_hints, reference_notes, pom, related_files,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키는 환경(.env 또는 셸)에서만 읽고 로그와 기록에 남기지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X7(advisory 레시피가 라이브러리 제거), X8(다운로드 실패), X9(pom 저장소 접속 불가)는 blocked가 아닌 별도 경로로 처리합니다.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결과: report.json javax_api_jars, 플래그 javax-api-on-classpath, ledger 노트 via: a → b →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carried over: 옛 parent가 관리하던 버전을 새 parent가 관리하지 않으면 as-is effective 버전으로 고정하고 ⚠로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모드는 optional 상향과 remove_when_present를 모든 pom에 적용합니다. 이미 재구성된 프로젝트는 이동 없이 parent 버전만 정렬합니다.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WebXmlRegistrations는 web.xml의 서블릿 / 필터 / 리스너 / 오류 페이지를 Boot 4.1 RegistrationBean으로 옮깁니다(W1, 플래그 web-xml-registered). Boot가 직접 등록하는 클래스 14개는 skip 표로 제외합니다.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모두 YAML / Markdown입니다(불변식 2). 코드에는 회사 값이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증거 없는 결과(빌드 없는 phase, 해석 실패만 남은 phase, partial / inconclusive 시도)는 점수에 반영하지 않습니다. sbmig kb learning이 레시피로 만들 심볼과 여러 프로젝트를 막는 아티팩트를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state.json은 입력 경로를 키로 매 프로젝트 뒤 원자적으로 갱신하고, resume은 success를 건너뜁니다. learning.md는 레시피로 만들 심볼과 여러 프로젝트를 막는 아티팩트를 보여 줍니다. intake 거절 프로젝트는 skipped. 종료 코드 0 / 2 /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config/artifacts.example.yml은 사내 좌표 자리표시자입니다. 실제 좌표는 회사에서 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키는 README §12.2와 핸드북 08 설정 레퍼런스에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웹 실행은 한 번에 하나(queued). stop은 노드 사이에서만 효과가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운영자가 문제를 보고할 때는 sbmig.log, journal.jsonl, 워치독 줄, 스레드 덤프를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e2e는 JDK 21, Maven, Maven Central이 필요합니다. 로컬 e2e는 사내 좌표 대신 공개 대체물을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설계의 두 축: 결정적 계획과 빌드 게이트. LLM은 사다리의 마지막에만, 결과는 빌드가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C2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8A"/>
                </a:solidFill>
              </a:rPr>
              <a:t>migration agent · 설계 · 2026-10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migration agent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JDK 21 · Spring Boot 4.1 마이그레이션 에이전트 상세 설계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2026-10-26 (round 10) · 사내 Maven 프로젝트 약 500개를 순차 처리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목차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94560"/>
                <a:gridCol w="5303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질문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개요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무엇을, 어디까지, 어떤 규칙으로 하는가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아키텍처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어떤 컴포넌트가 무엇을 저장하는가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파이프라인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노드마다 입력, 출력, 이벤트, 설정, 실패 동작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그래프 노드, 상태, stop-after, 웹 스트림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루프와 트리아지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빌드-수정 루프, 안전장치, 결정 사다리, 핸들러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LLM과 Blocked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게이트웨이 호출, 컨텍스트, blocked 분류, Handover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9–11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재구성 · 지식 · 플릿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회사 레이아웃, 학습 루프, 순차 플릿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운영과 검증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계층, CLI, 웹, Windows, 테스트와 픽스처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목적과 범위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21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83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JDK 목표 버전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46888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4.1.0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783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Spring Boot 목표 버전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48056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1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1783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완료 기준: BUILD SUCCESS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1051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830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빌드를 막는 advisory 정책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251460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94360" y="26060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범위 안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297180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JDK 21 컴파일, javax → jakarta, Boot 4.1 / Framework 7 API 전환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사내 parent, mandatory 2개, optional 8개, 회사 모듈 구조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최종 mvn clean package와 Handover 보고서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663440" y="251460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FBEAE5"/>
          </a:solidFill>
          <a:ln w="9525">
            <a:solidFill>
              <a:srgbClr val="FBEAE5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00600" y="26060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범위 밖 (as-is 소유 팀)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800600" y="297180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런타임 오류와 기능 검증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테스트: build.skip_test_compile: true → -Dmaven.test.skip=true, 플래그 tests-not-compiled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EOL 라이브러리의 코드 수준 교체(guide 정책은 안내만)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지원 케이스와 인테이크 규칙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301752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case_type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레시피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재구성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pure_java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/ 서블릿 없음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javax EE import 있을 때 jakarta, JUnit 4→5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layout: -boot / -back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spring_legacy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4/5, Boot 없음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 + Framework 7 (+ Security 6.0 → 7.0 체인) + Batch / Hibernate / Thymeleaf 레시피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layout, XML → @ImportResource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spring_boot (+ MSA)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 2.x / 3.x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 4.0 umbrella + 4.1 props + 4.1 버전 + Jackson 쌍 + Boot 4 잔여 레시피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boot_pom (MSA: msa_pom)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servlet_tomcat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HttpServlet / web.xml / war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ServletToJakartaAndBoot (Servlet 6 제거 API 포함)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layout, JSP면 boot WAR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301752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594360" y="310896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인테이크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94360" y="3474720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Maven 프로젝트만 받습니다. Gradle / Ant / 빌드 파일 없음 / pom 없는 트리는 Maven 호출 전에 거절(unsupported-build-tool:&lt;tool&gt;, exit 3)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sbmig inventory &lt;dir|zip&gt;는 pom 없는 Tomcat webapp을 읽기만 하는 설명 도구입니다(JSP, 소스, WEB-INF/lib jar 좌표 추정)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플릿에서 거절된 프로젝트는 skipped. Maven이 JDK 21이 아니면 빌드 전에 중단(jdk-not-21, exit 3)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불변식 6가지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1  빌드 게이트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phase는 BUILD SUCCESS로만 완료. 실행은 마지막 clean package와 미해결 목록으로 끝남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2  회사 특성은 YAML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좌표, 레이아웃, 레시피, advisory는 config/와 knowledge/에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240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4360" y="2331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3  파일 기반 KB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26974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kb/는 json · jsonl · yml, 쓰기는 kb/.lock 안에서. 데이터베이스 없음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63440" y="2240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800600" y="2331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4  플러그인 seam 고정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26974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LLMRequest / LLMResponse, FixerLike, sbmig.api.migrate(...)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94360" y="35204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5  레시피 id 단일 출처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38862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knowledge/recipes/catalog.yml (50개), recipe BOM 3.37.0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66344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800600" y="35204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6  out/ 전용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800600" y="38862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테스트와 데모는 out/ 아래에만 씀(e2e KB는 out/e2e/kb)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컴포넌트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7683" y="1005840"/>
            <a:ext cx="6648633" cy="2560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CLI, 웹 UI, Python API가 같은 Orchestrator를 만들어 실행합니다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loop.engine: graph이면 LangGraph StateGraph가 step_* 메서드를 차례로 부릅니다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BuildFixLoop 안에서 build · triage · fix가 돌고, fix만 회사 게이트웨이를 부릅니다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triage와 harvest는 kb/를, plan과 fix는 knowledge/를 읽습니다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데이터 저장소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data-sto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59481"/>
            <a:ext cx="4937760" cy="279603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0" y="109728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실행 디렉터리 out/&lt;run id&gt;/는 작업 사본(git), journal, 로그, 프로필 / 계획, 진단 파일, 산출물을 담습니다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kb/는 플릿 전체가 공유합니다: 사례, 인덱스, 레시피, ledger, symbols, 에러 케이스, 케이스 카탈로그, audit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llm.record_dir에는 요청 / 응답이 키 없이 남습니다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KB 쓰기는 kb/.lock 안에서 원자적이고, 비밀 값은 저장 전에 가립니다(round 10)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패키지 책임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패키지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책임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모델, 설정, 인터페이스, 작업 공간(git), 진단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analyze · advisory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pom 그래프, 소스, 라이브러리, 외부화 설정, web.xml, JSP, 케이스, advisory 판정 / 검증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· rewrite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규칙 기반 계획, 레시피 카탈로그, 선제 핸들러 선택 / OpenRewrite 실행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Maven 실행, 로그 파서, 시그니처, effective pom, classpath, dependency tree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클러스터, 핸들러 31개(+ case-replace), 반응형 레시피 규칙, blocked 분류, 결정 엔진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· 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회사 게이트웨이, 컨텍스트 패커, 프로토콜, 패치 적용 / 플러그인 어댑터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· 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오케스트레이터, 빌드-수정 루프, 예산, BlockedRegistry / LangGraph 엔진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 · report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회사 레이아웃, PomEditor, 템플릿, WebXmlRegistrations / 보고서, Handover, 비용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kb · fleet · web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파일 KB와 harvest / 순차 플릿 / FastAPI + SSE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파이프라인 전체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pipeline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178"/>
            <a:ext cx="8595360" cy="288064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intake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int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776" y="1005840"/>
            <a:ext cx="6172447" cy="2560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작업 사본을 만들고 git 브랜치 sbmig/&lt;run id&gt;에 as-is 스냅샷을 커밋합니다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preflight가 mvn, Java 21 여부(build.require_java_major), artifacts.parent, role parents를 점검합니다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Maven 불가 → mvn-not-found, Java ≠ 21 → jdk-not-21, Gradle / Ant / none → unsupported-build-tool, 모두 exit 3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as-is effective dependencyManagement를 캡처합니다(실패해도 계속)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analyze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analy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76506"/>
            <a:ext cx="8229600" cy="241898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pom 그래프, 소스, web.xml / JSP, 외부화 설정을 읽어 ProjectProfile을 만듭니다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classifier가 case_type, 신뢰도, 근거를 정합니다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advisories.yml로 EOL / 비관리 라이브러리를 판정합니다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pom이 없거나 Maven이 아니면 중단합니다(안전망)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plan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6572"/>
            <a:ext cx="8229600" cy="22188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build_plan은 규칙만 씁니다. LLM 플랜 조언(plan.advisor: llm)은 화이트리스트 레시피 추가만 가능합니다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advisory recipe 레시피는 spring.rewrite 맨 앞, KB 후보는 kb.try_candidates_in_plan으로 같이 돕니다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선제 핸들러 목록과 실행 공유 BuildFixLoop(BlockedRegistry, LoopBudget)을 만듭니다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연속된 같은 phase 스텝을 phase group으로 묶습니다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 상세 1: intake · analyze · plan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828800"/>
                <a:gridCol w="1920240"/>
                <a:gridCol w="19202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출력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 이벤트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키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실패 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project/(git), effective/depmgmt.json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intake, preflight, build_tool, effective_depmgmt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build.mvn, build.java_home, build.require_java_major, artifacts.parent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mvn 없음 / Java ≠ 21 / Gradle · Ant · none → abort exit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profile.json, advisories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analyze, advisories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advisories.*, externalized.*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pom 없음 → abort. advisory 오류 → 빈 목록, 계속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plan.json, 선제 핸들러, phase group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advisories_planned, plan_advice, plan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plan.parent_phase, plan.optional_bump_phase, plan.intermediate_builds, plan.advisor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실패 경로 없음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rewrite 스텝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rewr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22037"/>
            <a:ext cx="8229600" cy="252792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레시피 YAML(com.company.migrate.Run)을 합성해 rewrite-maven-plugin 6.46.1을 실행합니다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OOM, 다운로드 실패, fork compile 실패, 리터럴 4.0.x는 각각 한 번 재시도합니다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recipe not found → phase 나머지 건너뜀, 사내 parent 해석 불가 → exit 3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그 밖의 실패는 노트로 남기고 계속합니다(다음 빌드가 실제 문제를 보여 줌)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선제 핸들러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preemp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961" y="1005840"/>
            <a:ext cx="3522478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303520" y="1097280"/>
            <a:ext cx="3474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항상: source-encoding, strip-utf8-bom (첫 빌드 전)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JDK21 그룹: 프로필 근거의 하한 / 설정 핸들러, 첫 rewrite 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SPRING 그룹: jakarta에 의존하는 8개, spring 레시피 뒤 첫 spring 루프 직전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한 실행에 한 번, 커밋 handlers: &lt;ids&gt;, ledger에는 기록하지 않음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spring.optional_bump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optional-bu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54139"/>
            <a:ext cx="8229600" cy="126372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이미 쓰는 사내 optional 아티팩트(8개)만 버전을 올립니다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artifacts.remove_when_present를 지웁니다. 이동이나 parent 변경은 없습니다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첫 spring 빌드 전에 사내 라이브러리의 jakarta 빌드가 클래스패스에 올라옵니다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실패는 치명적이지 않습니다(NON_FATAL_RESTRUCTURE_MODES): 후속 조치만 남깁니다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재구성 스텝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re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65591"/>
            <a:ext cx="5486400" cy="318381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35040" y="1097280"/>
            <a:ext cx="2743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Restructurer.apply(mode, params)가 레이아웃 / pom을 바꾸고 여러 커밋을 남깁니다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drop_managed_versions가 off가 아니면 effective pom을 다시 캡처합니다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실패나 예외 → 변경 폐기, restructure-failed, phase 나머지 건너뜀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verify는 그대로 돌지만 success=false(exit 2)입니다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verify.build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verif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5178"/>
            <a:ext cx="5486400" cy="288464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35040" y="1097280"/>
            <a:ext cx="2743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mvn clean package 한 번. 테스트 대체 플래그를 그대로 반영합니다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실패하면 verify 수정 루프(goal package, 3 라운드)를 돌고 clean package를 다시 실행합니다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repeated_failure / oscillation blocked만 풀어 주고 +2 LLM 시도와 escalation 모델을 씁니다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정책 / 예산 blocked만 남았으면 루프 없이 끝납니다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finalize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finali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95690"/>
            <a:ext cx="8229600" cy="17806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모델별 LLM 사용량 × llm.pricing = llm_cost, success와 unresolved 계산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javax API 인벤토리(dependency:tree)가 blocked 항목의 via를 채웁니다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infra 플래그 → advisory 검증 → Handover → 에러 케이스 → ledger → report.md / report.json → 마지막에 patch / zip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_run_guard의 finally에서 항상 돌고, 마지막 journal 줄은 report입니다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 상세 2: 스텝 노드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926080"/>
                <a:gridCol w="201168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 이벤트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실패 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jdk21.rewrite / spring.rewrite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rewrite(×2), rewrite_*_retry, rewrite_unresolved_versions, rewrite_parse_problems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openrewrite.*, loop.max_total_minutes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recipe not found → phase skip, parent → abort, 그 밖 → 계속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 핸들러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handlers_preemptive, handler_failed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build.source_encoding_policy, build.pom_repositories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핸들러 변경만 폐기, 계속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spring.optional_bump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restructure(mode optional_bump)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artifacts.optional, remove_when_present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후속 조치, 계속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*.loop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loop_start, build, triage, decision, attempt, loop_end, phase_end, kb_credit, harvest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loop.*, build.skip_*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ok=False, 계속. parent → abort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restructure.*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restructure, placeholders, web_xml_registrations, restructure_failed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layout.*, artifacts.*, externalized.*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restructure-failed, exit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verify.build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verify, verify_loop_start / _end, blocked_released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loop.phases.verify, loop.verify_extra_llm_attempts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결과 = 실행 결과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deptree, javax_api_inventory, blocked_resolved, advisories_verified, handover, report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report.*, llm.pricing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단계별 경고 / 플래그, 계속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실행 결과와 종료 코드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828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최종 clean package 성공, blocked 없음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1097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2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3246120" y="1828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blocked / unresolved, restructure-failed, dry-run, stop-after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097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3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6035040" y="1828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중단: Maven 없음, Java ≠ 21, 비 Maven, 사내 parent 해석 불가, 내부 오류, 웹 중단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269748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4360" y="27889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success의 정의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1546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verify 빌드가 모두 성공하고 빠진 최종 빌드 · 중단 · restructure-failed가 없을 때 참(round 10)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blocked가 남아도 success는 참일 수 있지만 종료 코드는 2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실행 도중 예외가 나도 결과가 없는 verify 스텝을 모두 돌리고 보고서를 씁니다(불변식 1)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마지막 줄: SBMIG-RESULT run=… exit=… build=ok|FAIL … attn=…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LangGraph 노드 그래프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langgra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603" y="1005840"/>
            <a:ext cx="8172794" cy="2286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38328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노드 5개(intake, analyze, plan, phase, finalize)가 각각 Orchestrator.step_* 하나를 부릅니다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phase 노드는 남은 phase group이 있는 동안 자기 자신으로 돌아갑니다(MSA는 서비스마다 반복, recursion limit 1000)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노드는 예외를 잡지 않습니다. _RunAborted는 그래프 밖 run guard가 처리합니다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상태는 작은 값만: run_id, stop_after, dry_run, phases, phase, aborted, stopped, summary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웹 UI 스트림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web-str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0789"/>
            <a:ext cx="5120640" cy="289342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669280" y="109728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업로드는 202와 함께 queued 또는 running. 웹 실행은 한 번에 하나(공유 파일 KB)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worker thread가 stream_graph를 돌리고 노드마다 node / journal / log 이벤트를 SSE로 보냅니다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stop은 현재 노드 뒤에서 멈춥니다. verify 전이면 최종 빌드 없이 중단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서버 종료 시 SSE를 닫고 살아 있는 Maven 자식 프로세스를 종료합니다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빌드-수정 루프 한 바퀴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fix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75316"/>
            <a:ext cx="5120640" cy="3564367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669280" y="109728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모든 판정은 빌드 직후에만. 채점: build_ok · improved · partial · no_change · regressed · inconclusive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클러스터: compile은 파일, resolution은 g:a, 그 밖은 모듈. 라운드당 최대 8개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resolution 클러스터가 같은 모듈의 compile 클러스터를 가립니다(마스킹)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시도마다 git 커밋 하나: fix(handler:id), fix(kb-patch:…), fix(llm): cluster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루프 안전장치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loop-safe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0695" y="1005840"/>
            <a:ext cx="6082610" cy="2560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L1 stall / L2 oscillation이 stall_level을 올리고 2 이상이면 escalation 모델을 씁니다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L3 회귀는 되돌리고 바로 재빌드, L4 쓸모없는 답 2회는 repeated_failure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L5 전송 실패(status= / cause= 표기만) 2회 → 60초 cool-down 1회 → llm_unavailable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L6 예산, L7 / L7b 테스트 대체, L12 verify 루프, L13 partial / inconclusive, L14 같은 클러스터만 셈, L15 llm-config-error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트리아지 사다리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triage-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374" y="1005840"/>
            <a:ext cx="2691011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754880" y="109728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0. BlockedRegistry(L1 + 전체 경로)에 있으면 건너뜀, 0b. 사람이 고정한 케이스 동작(block · handler · recipe)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1. HANDLER → 2. KB_RECIPE(active ∪ 반응형 규칙 → 후보, runNoFork 배치) → 3. KB_PATCH 재생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4. blocked 판정 X1–X6: 실패한 LLM 시도 ≥ loop.blocked_policy면 BLOCKED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5. LLM_FIX(클러스터당 라운드 1회). 최종 BLOCKED: llm_unavailable / repeated_failure / budget_exhausted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결정적 핸들러 31개</a:t>
            </a:r>
            <a:endParaRPr lang="en-US" sz="2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1206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묶음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핸들러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인코딩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source-encoding, strip-utf8-bom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빌드 규칙 / 버전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carry-over-managed-version, enforcer-relax, remove-werror, remove-tools-jar, systempath-relocate, missing-dependency-version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tools-jar JDK21, 나머지 반응형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레시피 빈틈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jakarta-namespace-sweep, spring-data-crud-repository, jdk-base64-shim, boot4-type-relocation-sweep, security-path-pattern-matcher, spring-data-specification-unrestricted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/ base64 JDK21 / 반응형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좌표 / jakarta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mysql-connector-relocation, javax-servlet-api-to-jakarta, jstl-to-jakarta, dependency-relocation, jakarta-library-floor, querydsl-jakarta-classifier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JDK21, 나머지 SPRING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누락 의존성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jaxb-runtime-add, add-known-dependency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JDK21 / SPRING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프로세서 / 플러그인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lombok-version-floor, mapstruct-version-floor, maven-compiler-plugin-floor, compiler-legacy-config, surefire-plugin-floor, remove-classic-loader-implementation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리소스 / 저장소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resources-binary-filtering, strip-pom-repositories (pom_repositories: remove)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자리표시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test-compile-skip (L7은 루프가 직접)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jakarta 처리와 의존성 보강</a:t>
            </a:r>
            <a:endParaRPr lang="en-US" sz="2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처리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언제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무엇을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JavaxMigrationToJakarta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spring.rewrite, 반응형 규칙(spring / restructure)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타입이 붙은 javax EE 참조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jakarta-namespace-sweep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선제(javax EE import / JSP), 반응형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레시피가 남긴 Java와 JSP의 javax.* EE 참조. 플래그 jakarta-leftovers-renamed, jsp-javax-renamed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spring-data-crud-repository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선제(Spring Data), 반응형(findAll() 등)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Paging 리포지토리에 ListCrudRepository&lt;T, ID&gt;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jakarta-library-floor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선제(표의 라이브러리가 jakarta 이전 버전), 반응형(X1 via_direct)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표 버전으로 상향, 옛 좌표 이전, classifier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dependency-relocation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선제(pom의 javax API 행), 반응형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javax → jakarta API, hibernate → org.hibernate.orm, Boot 4 starter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add-known-dependency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반응형(package X does not exist 등)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알려진 패키지의 아티팩트 추가. JUnit 4 잔재 → junit:junit test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LLM 수정 호출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llm-f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61914"/>
            <a:ext cx="5303520" cy="359117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852160" y="109728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ContextPacker가 60,000자 안에 섹션을 묶습니다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need_files / need_grep 라운드는 최대 2번, SEARCH 불일치 피드백은 1번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적용은 원자적, 인코딩 보존, 30% 축소 방어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판정은 다음 빌드의 _score. improved / build_ok만 harvest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컨텍스트 패킹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context-pac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970" y="1005840"/>
            <a:ext cx="3946700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937760" y="1097280"/>
            <a:ext cx="38404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Situation과 Errors는 줄이지 않습니다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Source는 400줄 이하면 전체, 아니면 오류 줄 ±60줄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Migration note는 키워드 점수 상위 4개, fix-policy.md는 항상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예산 초과 시 notes부터 files 순서로 줄이고, 줄인 이름을 프롬프트 끝과 로그에 적습니다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회사 게이트웨이와 응답 프로토콜</a:t>
            </a:r>
            <a:endParaRPr lang="en-US" sz="24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572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값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LLM_BASE_URL, Bearer LLM_API_KEY, {model, messages, need_origin}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생성 파라미터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보내지 않음(게이트웨이 소유)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재시도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 / 409 / 425 / 429 / 5xx 계열, max_retries 3, Retry-After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heartbeat / deadline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30초마다 in-flight 줄 / timeout + 30초 넘으면 전송 실패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거절로 분류(장애로 세지 않음)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status= / cause= 표기, 빈 답 + finish_reason=length는 요청 거절, 같은 400 두 번 → llm-config-error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플러그인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llm.plugin(tier 1), fix.plugin(tier 2, FixerLike)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212080" y="1051560"/>
            <a:ext cx="3474720" cy="3566160"/>
          </a:xfrm>
          <a:prstGeom prst="rect">
            <a:avLst/>
          </a:prstGeom>
          <a:solidFill>
            <a:srgbClr val="EEF3EA"/>
          </a:solidFill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&lt;analysis&gt;…&lt;/analysis&gt;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&lt;confidence&gt;0.0–1.0&lt;/confidence&gt;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&lt;patches&gt;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MODIFY path/File.java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SEARCH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기존 텍스트 (정확히 한 곳)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바꿀 텍스트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REPLACE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CREATE / DELETE / RENAME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&lt;/patches&gt;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또는 &lt;need_files&gt; / &lt;need_grep&gt;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blocked 분류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blocked-classif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595074"/>
            <a:ext cx="5486400" cy="252485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35040" y="1097280"/>
            <a:ext cx="2743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X1 javax API(0), X2 외부 API 변경(1), X3 아티팩트 없음(0), X4 parent(0), X5 플러그인(1), X6 지원 안 하는 소스(0) — 괄호는 허용 LLM 시도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cannot find symbol, package javax.x does not exist, 프로젝트 소유 클래스는 X1이 아닙니다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BlockedRegistry 키는 L1 + 전체 경로, 재구성 이동은 git rename으로 따라갑니다(MSA 서비스끼리 공유 안 함)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루프 사유: repeated_failure, budget_exhausted, llm_unavailable, oscillation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X1 원인 추적과 제안 사다리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blocked-x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977" y="1005840"/>
            <a:ext cx="4660207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669280" y="109728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owner class → jar → GAV(dependency:build-classpath). jar가 API jar 자체면 finalize의 dependency:tree가 via를 찾습니다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via_direct가 jakarta_libraries.yml에 있으면 표 버전으로(jakarta-library-floor)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사내 그룹이면 artifacts.optional에 Jakarta 빌드 추가, API jar 직접 선언이면 제거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경로가 없으면 그 모듈에서 dependency:tree -Dincludes를 돌리라고 안내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보고서와 Handover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report-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3221" y="1005840"/>
            <a:ext cx="6817559" cy="24231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Handover가 맨 앞: Versions replaced(⚠ carried over), Libraries, Merge conflicts, Properties to set, From here 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그다음 Blocked, javax API jars, Unresolved, Manual follow-ups, Flags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기록 절: What we changed, Phases, Fix attempts, Escalated, LLM usage and cost, Knowledge base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report.language: ko면 report.md만 한국어(식별자와 Maven 메시지는 영어)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재구성 모드 선택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restructure-m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434" y="1005840"/>
            <a:ext cx="3926892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754880" y="109728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MSA → msa_pom(서비스 루트 pom만), 소스 없음 → pom_only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spring_boot + boot_as_is: in-place → boot_pom(디렉터리 유지, 단일 모듈은 {name}-boot로 감쌈)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그 밖 → layout(boot / back / front)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as-is 멀티 모듈은 merge: 모든 모듈 → {name}-back, first-wins, merge-conflicts/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회사 레이아웃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company-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5813" y="1005840"/>
            <a:ext cx="6352374" cy="2286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38328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루트: packaging pom, parent = base-parent, mandatory 2개. 모듈은 루트 바로 아래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{name}-boot(boot-jar): Application(@ServletComponentScan, @ImportResource), WebXmlRegistrations, application.properties(__SET_ME__, view prefix / suffix)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{name}-back(comp-jar): 모든 소스, {name}-front(comp-jar): static과 META-INF/resources/WEB-INF/jsp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JSP가 있으면 boot는 외장 Tomcat용 WAR, 아니면 실행 jar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지식 표와 쓰는 곳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knowledge-u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709" y="1005840"/>
            <a:ext cx="7314581" cy="24231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레시피 카탈로그 50, 반응형 규칙 5, advisory 67(guide 60 · recipe 7), 라이브러리 레시피 3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핸들러 표: jakarta 라이브러리 44, 재배치 45, 버전 51 + 플러그인 3, 패키지 75 / 30, Boot 4 타입 25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web.xml skip 14, 외부화 규칙, jar 이름 91, 노트 16(## fix-loop: 절은 advisory 힌트)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회사 추가: advisories.extra_files, jar_names.yml 행, recipes/base + catalog.yml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KB 학습 루프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kb-le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010" y="1005840"/>
            <a:ext cx="3607500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120640" y="1097280"/>
            <a:ext cx="3657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다음 빌드에서 확인된 LLM 수정만 사례가 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기계적 라벨은 LLM 없이 레시피 후보로 컴파일됩니다(ChangeType, ChangeMethodName …)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후보는 다음 프로젝트의 spring.rewrite에서 실행되고 빌드 결과로 점수를 받습니다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서로 다른 2개 프로젝트에서 성공하면 active → 이후 LLM 0회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플릿: 순차 실행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fl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319" y="1005840"/>
            <a:ext cx="4023522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669280" y="109728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약 500개 프로젝트를 한 에이전트가 엄격히 순차로 처리합니다. KB는 항상 공유(kb/.lock)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preflight(disk · maven · java · settings · repository · llm), 프로젝트마다 여유 공간 확인과 fleet.cleanup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infra:&lt;kind&gt;로 끝난 프로젝트는 pending으로 되돌림. 연속 3개면 15분 대기 후 재점검, 안 되면 중단(exit 3)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summary.csv(BOM)의 attention 열, fleet status --attention, 프로젝트마다 SBMIG-RESULT 한 줄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설정 계층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config-lay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27365"/>
            <a:ext cx="8229600" cy="70579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246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.env → default.yml → --config yml(순서대로) → CLI / API overrides → SBMIG_* → ${VAR:-default} 확장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셸에 이미 있는 변수가 .env보다 우선합니다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LLM 키는 환경에서만 읽습니다. yml에 쓰지 않습니다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회사 설정: plan.parent_phase: spring, build.skip_test_compile: true, report.language: ko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주요 설정 키</a:t>
            </a:r>
            <a:endParaRPr lang="en-US" sz="24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28600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의미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plan.parent_phase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 (회사 spring)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 / 레이아웃 적용 시점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loop.phases.*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6 / 6 / 3 라운드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phase별 goal과 수정 라운드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loop.max_llm_calls · max_total_minutes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· 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실행 예산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loop.stall_limit · verify_extra_llm_attempts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escalation 시작, verify 추가 시도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build.skip_tests · skip_test_compile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· false (회사 true)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테스트 실행 / 컴파일 생략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build.settings_file · pom_repositories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 · keep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Nexus 미러, pom 저장소 제거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build.require_java_major · retry_negative_cache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· true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 점검, negative cache면 -U 재시도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fleet.preflight · infra_* · cleanup · min_free_gb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· 3/15/4 · build-output ·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플릿 인프라 차단기, 디스크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llm.model · escalation_model · recipe_model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.env의 LLM_*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역할별 모델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llm.payload_extra · pricing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need_origin: true · 단가표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게이트웨이 필드, 비용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report.language · javax_api_inventory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(회사 ko) · true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보고서 언어, javax jar 인벤토리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layout.boot_as_is · multi_module_policy · web_xml_registrations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in-place · merge · generate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재구성 동작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CLI와 웹 UI</a:t>
            </a:r>
            <a:endParaRPr lang="en-US" sz="24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명령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용도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run &lt;dir|zip&gt; --config 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실행(--stop-after, --dry-run, --llm-plugin, --fix-plugin)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analyze / plan / inventory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변경 없는 분석 / 계획 / pom 없는 트리 설명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llm-probe [--bare]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하나로 게이트웨이 확인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recipes check --jars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카탈로그 id를 jar로 검증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advisories check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advisory 파일 검증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kb learning / promote / reject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KB 관리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fleet run / status [--attention] / resume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플릿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clean [--older-than] [--dry-run]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끝난 실행의 사본 · 업로드 · 기록 정리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serve [--token]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웹 UI(FastAPI on uvicorn)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39496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5532120" y="114300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웹 REST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532120" y="150876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POST /api/runs (zip) → 202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GET /api/runs/{id}/events: SSE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POST /api/runs/{id}/stop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GET /api/runs/{id}/files/{name}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GET /api/threads: 스레드 덤프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토큰 없으면 루프백만, LAN은 --token / SBMIG_WEB_TOKEN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로그, journal, Windows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어디를 보나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지금 단계: sbmig.log 끝, 마지막 phase_start / step_start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왜 이 스텝: plan.json notes, sbmig plan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빌드 실패 이유: journal build의 log 경로, sbmig parse-log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성공 여부: 마지막 report 줄의 success / flags, SBMIG-RESULT 한 줄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멈춤: 워치독 줄, threads-*.txt, /api/threads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Windows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git / Maven 출력은 UTF-8로 직접 디코딩, MAVEN_OPTS에 stdout / stderr UTF-8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changes.patch는 git diff 원본 바이트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Maven 타임아웃 시 taskkill /PID &lt;pid&gt; /T /F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git: 비대화형 + 타임아웃, core.longpaths / autocrlf=false / quotepath=false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덤프: 자동(300초), Ctrl+Break, dump-threads 파일, /api/threads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2,192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373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오프라인 테스트 (not integration)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32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514600" y="17373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e2e 픽스처 (expected.json)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31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7373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결정적 핸들러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1005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50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6629400" y="17373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레시피 카탈로그 id</a:t>
            </a:r>
            <a:endParaRPr lang="en-US" sz="11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케이스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픽스처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spring_boot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boot2, boot2-cloud-legacy, boot2-fix-failures, boot2-hystrix-command, boot2-javax-lib(-optional), boot2-method-rename, boot2-qlrm-javax, boot2-rewrite-excluded, boot3, company-boot-single, legacy-role-parents, multi-module-conflict / -merge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pure_java (5)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enforcer-java8-werror, euckr-legacy, java6-legacy, missing-artifact, pure-java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spring_legacy (5)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company-spring5-web, legacy-external-config, legacy-ibatis, spring5-security-batch, spring5-xml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servlet_tomcat (6) · msa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company-servlet-jsp, ear-sibling-poms, servlet-nonstandard-dirs, servlet-tomcat, servlet-war-overlay, servlet-webxml-legacy · msa, msa-shared-lib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scripts/e2e.sh → out/e2e/summary.md · scripts/demo-kb/run.sh(2회차 LLM 0회) · scripts/fleet-demo.sh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요약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결정적으로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2377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규칙 기반 계획과 카탈로그 레시피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핸들러 31개, 선제 실행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KB 레시피와 패치 재생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324612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383280" y="11430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빌드로 판정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508760"/>
            <a:ext cx="2377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모든 시도는 다음 빌드가 채점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phase마다 build gate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실행은 항상 clean package로 끝남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3504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172200" y="11430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넘겨주기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508760"/>
            <a:ext cx="2377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Handover가 보고서 맨 앞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blocked는 원인과 제안까지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플릿 학습으로 다음 프로젝트 비용 감소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bmig Forest">
  <a:themeElements>
    <a:clrScheme name="sbmig Forest">
      <a:dk1>
        <a:srgbClr val="1C2A1E"/>
      </a:dk1>
      <a:lt1>
        <a:srgbClr val="FFFFFF"/>
      </a:lt1>
      <a:dk2>
        <a:srgbClr val="2C5F2D"/>
      </a:dk2>
      <a:lt2>
        <a:srgbClr val="EEF3EA"/>
      </a:lt2>
      <a:accent1>
        <a:srgbClr val="2C5F2D"/>
      </a:accent1>
      <a:accent2>
        <a:srgbClr val="97BC62"/>
      </a:accent2>
      <a:accent3>
        <a:srgbClr val="E07A5F"/>
      </a:accent3>
      <a:accent4>
        <a:srgbClr val="3D5A80"/>
      </a:accent4>
      <a:accent5>
        <a:srgbClr val="F2CC8F"/>
      </a:accent5>
      <a:accent6>
        <a:srgbClr val="81B29A"/>
      </a:accent6>
      <a:hlink>
        <a:srgbClr val="2C5F2D"/>
      </a:hlink>
      <a:folHlink>
        <a:srgbClr val="97BC62"/>
      </a:folHlink>
    </a:clrScheme>
    <a:fontScheme name="sbmig Fore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migration agent</dc:title>
  <dc:subject>JDK 21 and Spring Boot 4.1 migration agent design</dc:subject>
  <dc:creator>sbmig</dc:creator>
  <cp:lastModifiedBy>sbmig</cp:lastModifiedBy>
  <cp:revision>1</cp:revision>
  <dcterms:created xsi:type="dcterms:W3CDTF">2026-10-25T23:36:17Z</dcterms:created>
  <dcterms:modified xsi:type="dcterms:W3CDTF">2026-10-25T23:36:17Z</dcterms:modified>
</cp:coreProperties>
</file>