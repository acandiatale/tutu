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2d4c60cc-39fc-3d1d-a7f3-71b02288041b}">
          <p14:sldIdLst>
            <p14:sldId id="256"/>
            <p14:sldId id="257"/>
          </p14:sldIdLst>
        </p14:section>
        <p14:section name="개요" id="{7db3a419-3375-6d21-7319-dcad317b9734}">
          <p14:sldIdLst>
            <p14:sldId id="258"/>
            <p14:sldId id="259"/>
            <p14:sldId id="260"/>
            <p14:sldId id="261"/>
          </p14:sldIdLst>
        </p14:section>
        <p14:section name="아키텍처" id="{52c334c8-3911-d87e-9a7b-976e0780da61}">
          <p14:sldIdLst>
            <p14:sldId id="262"/>
            <p14:sldId id="263"/>
            <p14:sldId id="264"/>
          </p14:sldIdLst>
        </p14:section>
        <p14:section name="파이프라인" id="{98ffef88-2bf6-b7e6-c4c1-c7bb2a183bff}">
          <p14:sldIdLst>
            <p14:sldId id="265"/>
            <p14:sldId id="266"/>
            <p14:sldId id="267"/>
          </p14:sldIdLst>
        </p14:section>
        <p14:section name="재구성" id="{f1cc2b47-92c5-db7a-0e6a-ac45f8fac7f2}">
          <p14:sldIdLst>
            <p14:sldId id="268"/>
            <p14:sldId id="269"/>
            <p14:sldId id="270"/>
          </p14:sldIdLst>
        </p14:section>
        <p14:section name="수정 루프" id="{9ef6c973-f779-685a-c272-b2e365bf7e15}">
          <p14:sldIdLst>
            <p14:sldId id="271"/>
            <p14:sldId id="272"/>
            <p14:sldId id="273"/>
            <p14:sldId id="274"/>
            <p14:sldId id="275"/>
          </p14:sldIdLst>
        </p14:section>
        <p14:section name="LLM" id="{09199644-de08-196d-f1ca-61361b55c5d3}">
          <p14:sldIdLst>
            <p14:sldId id="276"/>
            <p14:sldId id="277"/>
            <p14:sldId id="278"/>
            <p14:sldId id="279"/>
            <p14:sldId id="280"/>
          </p14:sldIdLst>
        </p14:section>
        <p14:section name="지식베이스" id="{a2331a58-97f8-ab26-f204-7ce479960a6a}">
          <p14:sldIdLst>
            <p14:sldId id="281"/>
            <p14:sldId id="282"/>
            <p14:sldId id="283"/>
          </p14:sldIdLst>
        </p14:section>
        <p14:section name="보고서와 운영" id="{462d8cb8-9c64-7128-ebc2-baea59544746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덱은 v2.1i(2026-10-28) 코드를 기준으로 합니다. 다이어그램은 docs/migration-agent/diagrams/v2-*.mmd 를 렌더링한 PNG 입니다. 설정 키·단계 이름·파일 이름은 코드 그대로 영어로 적었습니다.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v1(핸들러·레시피 규칙·패치 재생)은 태그 company-v1 로 남아 있고, 이 덱은 v2 흐름만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완료 기준은 하나: mvn clean package 가 BUILD SUCCESS. 런타임은 as-is 소유 팀, 테스트는 컴파일도 하지 않습니다(-Dmaven.test.skip=true).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현업(2026-10-26): 레시피가 무엇을 바꿀지 모르니 넣지 않는다. 이전 사내 에이전트의 두 실패 — 빌드를 안 돌리고 끝냄, 작은 LLM 의 레시피 선택 — 를 반복하지 않는 설계입니다.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케이스 종류는 classifier 가 결정적으로 정합니다. Gradle / Ant 는 exit 3, pom 없는 트리(압축 풀린 Tomcat JSP + Java 폴더)는 회사 결정(2026-10-23)으로 거부 — sbmig inventory 가 거부 사유를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 의 Invariants 와 같습니다. 7번은 실수 방지 가드이지 악의적 스크립트를 막는 샌드박스가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패키지 지도는 sbmig/__init__.py 의 한국어 docstring 과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모듈·공개 함수에 한국어 docstring 이 먼저 옵니다(docs/v2/CODE-COMMENTS-KO.md). 영어 원문은 그 뒤에 그대로.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stream_graph 가 웹의 진행 표시를 만듭니다. 스레드 덤프는 /api/threads.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journal 이벤트 이름은 코드의 journal({event: …}) 그대로입니다.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프로젝트와 같은 설정이면 같은 계획이 나옵니다. sbmig analyze / sbmig plan 으로 실행 없이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레시피 BOM 3.37.0 고정(3.38.0 은 Central 에서 불일치). JSP 는 OpenRewrite 가 읽지 않으므로 재구성이 따로 바꿉니다(4장).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pre-9c 레이아웃(module/boot-jar + comp-jar)은 layout.* 키로 남아 있고 로컬 e2e 가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재구성은 결정적입니다. pom 변경은 PomEditor 가 선언된 인코딩 그대로 저장합니다(EUC-KR 계열은 cp949).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SBMIG-RESULT 의 review=ok|issues|skipped|failed 가 이 단계의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loop.engine 과 무관하게 루프 내부는 fixloop.py 하나입니다.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채점은 항상 다음 빌드가 합니다. LLM 의 자기 보고는 믿지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docs/v2/KB-AND-FLOW.md §2 에 실물 예시가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스크립트가 코드화하기 어려운 수정이면 LLM 이 &lt;no_script&gt; 와 함께 edits 만 돌려줍니다 — 이 프로젝트는 고쳐지고 저장본은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정책상 빌드로 보지 않는 것은 없습니다(현업). 차단은 '이 실행에서 더 시도하지 않음' 이지 '안 함' 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회사 게이트웨이는 messages 만 받습니다(tools 없음). 키는 .env 에서만 읽고 로그·기록에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 이 개입하지 않는 곳: intake · analyze · plan · OpenRewrite · compile · restructure · 빌드 · 채점/되돌림 · 저장본 재사용 · 보고서 · KB 적재.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503 사태 뒤 사용자가 요청한 대로 가장 단순한 모양을 유지합니다: yml 프로파일 없음, LangChain 없음, httpx 노브 없음. sbmig llm-probe [--bare] 가 요청·응답을 그대로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예: SiteMesh 2.4(javax) → 2.6.0(jakarta, 같은 메이저); QLRM 1.7 → 4.2.1 은 표의 allow_major 로만.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비교 절차: 같은 zip 을 기본으로 1회, 두 칸 켜고 1회 → 두 report.md 의 'LLM usage and cost' 비교. 프로젝트 수가 많을수록 재사용 효과가 커집니다.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 는 없습니다(불변조건 3). 회사가 나중에 붙일 벡터 DB·RDB 는 파생 복제본이고 파일이 원본입니다.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docs/v2/KB-AND-FLOW.md §4 에 두 프로젝트에서 쓰인 실물 case.json 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현업 요구(2026-10-27): 왜 실패했는지 이유도 json 에, 성공 카운트도, as-is 코드와 to-be 코드도 — 사람이 같이 개선하는 에이전트.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종료 코드: 0 성공 · 2 빌드 실패/차단 · 3 접수 거부(Maven 아님, JDK 아님, parent 해석 불가). 권고와 carried-over 는 종료 코드를 바꾸지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summary.md 머리의 settings: fix_mode=… kb=… 로 실험 A/B 출력을 구분합니다. learning.md 는 KB 가 어떻게 자랐는지.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웹 실행은 한 번에 하나(FIFO 대기). stop 은 노드 사이에서만. 토큰 없으면 루프백만 허용(::ffff:127.x 포함), LAN 은 --token.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키는 config/default.yml 의 주석(한국어·영어)과 docs/INTERFACES.md 에 있습니다. 키는 .env 에만.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운영자가 문제를 보고할 때는 파일 대신 특정 줄을 묻습니다: SBMIG-RESULT, preflight: FAIL, cause=, 의존성 버전 조회:, 워치독 줄, 스레드 덤프 블록.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현업 요청(2026-10-28): 다음 사람도 보면서 할 수 있게. 영어 원문은 한 글자도 바꾸지 않고 한국어를 앞에 더했습니다(1,307개 docstring 을 이전 커밋과 대조).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e2e 는 JDK 21(JAVA21_HOME), Maven, Maven Central 이 필요합니다. 로컬 e2e 는 사내 좌표 대신 공개 대체물(config/artifacts.local-e2e.yml)을 쓰고 LLM 은 재생 파일로 대신합니다.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회사 시험(step 5)은 사용자 몫: 실제 프로젝트에서 LLM 호출·시간·성공률을 company-v1 과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설계의 두 축은 그대로: 결정적 계획과 빌드 게이트. 바뀐 것은 수정의 단위 — 핸들러와 레시피 대신 케이스별 스크립트가 KB 에 쌓이고, 사람이 같이 고칩니다.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C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8A"/>
                </a:solidFill>
              </a:rPr>
              <a:t>migration agent · 설계 v2.1i · 2026-10-28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migration agent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JDK 21 · Spring Boot 4.1 마이그레이션 에이전트 — 현행 설계 (v2.1i)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2026-10-28 · 브랜치 flow-v2 · 사내 Maven 프로젝트 약 500개를 순차 처리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목차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질문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무엇을, 어디까지, 어떤 규칙으로 하는가 · v1 과 무엇이 다른가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아키텍처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패키지가 무엇을 맡고, LangGraph 가 어떻게 돌리는가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파이프라인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접수 → 분석 → 계획 → 변환 → 재구성 → 검토 → 검증 빌드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재구성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회사 레이아웃, 정적 리소스, JSP javax → jakarta, 구조 검토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수정 루프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라운드, 케이스, 사다리, 채점과 되돌리기, 차단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무엇을 주고 받나, 한도, 게이트웨이, 버전 정책, script / edits 모드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지식베이스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errors.jsonl, 케이스 폴더, 학습 기록, 사람이 고치는 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보고서와 운영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Handover, SBMIG-RESULT, 플릿, CLI / 웹, 설정, 검증, 인수인계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목적과 범위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21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JDK 목표 버전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246888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4.1.0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246888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Spring Boot 목표 버전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1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완료 기준: BUILD SUCCESS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1051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0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빌드를 막는 정책 (block 없음)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94360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범위 안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9718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JDK 21 컴파일, javax → jakarta(JSP 포함), Boot 4.1 / Framework 7 API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사내 parent(base-parent / boot-jar / comp-jar), 필수 2개, 선택 8개, 회사 모듈 구조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최종 mvn clean package 와 Handover 보고서, 케이스별 수정 스크립트 축적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63440" y="251460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BEAE5"/>
          </a:solidFill>
          <a:ln w="9525">
            <a:solidFill>
              <a:srgbClr val="FBEAE5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800600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범위 밖 (as-is 소유 팀)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29718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런타임 오류와 기능 검증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테스트 컴파일·실행 (플래그 tests-not-compiled 로 안내)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EOL 라이브러리의 코드 수준 교체 — 권고(guide)는 안내만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v1 → v2: 무엇이 달라졌나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0040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(태그 company-v1)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/ v2.1 (flow-v2, 현행)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레시피 세트 + 중간 빌드 여러 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OpenRewrite 1회 (Java 21 · jakarta · Boot 4) + compile 1회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결정적 핸들러 31개 + KB 레시피 + SEARCH/REPLACE 패치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오류 케이스마다 LLM 이 쓴 Python 스크립트(또는 edits) — KB 에 저장·재사용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 / recipes / ledger / patterns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kb-v2/: errors.jsonl + cases/&lt;id&gt;/case.json + fix_v&lt;N&gt;.py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 검토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재구성 뒤 LLM 1~3회 — critical 만 edits 로 수정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마다 빌드 게이트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같음: 모든 시도는 재빌드가 채점, 악화는 되돌림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사람의 개입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레시피 승격 / 거절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libraries.yml(버전 표), 케이스 block 핀, 케이스 폴더 삭제 + reindex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지원 케이스와 접수 규칙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  <a:gridCol w="27432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변환 레시피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재구성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pure_java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없음, 서블릿 없음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UpgradeToJava21 (+ javax 쓰면 jakarta)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layout: {name}-boot / -back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spring_legacy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 없는 Spring Framework 4/5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21 + JavaxMigrationToJakarta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(+ front, XML 빈은 @ImportResource)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spring_boot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 2.x / 3.x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21 + jakarta + UpgradeSpringBoot_4_0 + SpringBootProperties_4_1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boot_pom: 디렉토리 유지, pom 만 (단일 모듈은 {name}-boot 로 감쌈)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servlet_tomcat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HttpServlet / web.xml / war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21 + jakarta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layout, JSP 있으면 boot 모듈 = WAR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배포 단위 여러 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서비스별 위와 같음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msa_pom: 디렉토리 유지, pom 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접수에서 거부: Maven 아님(exit 3) · pom 없는 트리 · 사내 parent 해석 불가 · JDK 21 아님. 받아들임: EUC-KR / MS949 / x-windows-949 선언 pom (v2.1h), 형제 pom 만 있는 트리(aggregator 생성).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불변조건 7가지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029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불변조건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어디서 지키나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빌드 게이트: 실행은 반드시 최종 mvn clean package 와 미해결 목록이 있는 보고서로 끝난다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orchestrator._step_verify · _finalize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회사 특성은 코드가 아니라 설정·지식 YAML 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config/*.yml, knowledge/**, &lt;kb&gt;/libraries.yml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지식베이스는 파일뿐 (DB 금지)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kb-v2/ · errors/cases.py · kb/store.py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플러그인 심은 그대로: LLMRequest/Response, propose_script, edit applier, sbmig.api.migrate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core/interfaces.py · docs/ADAPTERS.md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레시피 id 의 단일 출처 knowledge/recipes/catalog.yml (43개), BOM 3.37.0 고정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sbmig recipes check · 스냅숏 테스트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테스트·데모는 out/ 아래에만 쓴다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· scripts/e2e.sh (out/e2e/kb-*)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수정 스크립트는 sbmig.script 로만: 정적 검사, python -I 자식 프로세스, 도우미 p, 타임아웃·트리 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script/runner.py · check.py · api.py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컴포넌트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v2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70992"/>
            <a:ext cx="5486400" cy="33730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035040" y="1097280"/>
            <a:ext cx="2743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진입은 둘: sbmig run / fleet(CLI)와 FastAPI 웹 UI(zip 업로드, SSE 진행)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LangGraph 가 intake → analyze → plan → phase×N → finalize 노드를 같은 스레드에서 돌리고, 오케스트레이터가 step 순서와 빌드 게이트를 책임집니다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LLM 은 fix/(수정 스크립트·edits)와 review/(구조 검토) 두 곳에서만 호출됩니다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오류 목록과 케이스 저장소는 파일(kb-v2/)이고, 플릿·웹·kb 명령이 .lock 으로 공유합니다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패키지 지도 (읽는 순서대로)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패키지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맡는 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cli.py · api.py · core/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명령·라이브러리 진입점 · 공유 계약(models, config, interfaces)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graph/ · loop/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엔진 · orchestrator(단계 순서) · fixloop(수정 루프)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analyze/ · plan/ · rewrite/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접수·프로필·권고 · step 목록과 레시피 카탈로그 · OpenRewrite 1회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restructure/ · review/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회사 레이아웃·정적 리소스·JSP jakarta · LLM 구조 검토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build/ · triage/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실행·로그 파서(L1/L2 서명)·저장소 버전 조회 · 케이스 묶기·순서·차단 정책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fix/ · llm/ · script/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프롬프트·응답 프로토콜·회사 게이트웨이 · provider 등록 · 스크립트 런타임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errors/ · kb/ · advisory/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오류 목록·케이스 저장소 · KB 창구와 kb 명령 · EOL 권고(안내만)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report/ · fleet/ · web/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보고서(Handover 먼저)·SBMIG-RESULT·한국어 문구 · 순차 일괄 실행 · 웹 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LangGraph 노드 그래프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lang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192510"/>
            <a:ext cx="4754880" cy="13299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303520" y="109728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loop.engine: graph (기본) — StateGraph 가 intake → analyze → plan → phase 반복 → finalize 를 돌립니다. inline 은 같은 보고서를 내는 단순 루프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--stop-after 는 노드 사이에서만 멈춥니다; 웹의 stop 도 같은 지점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웹 UI: 업로드 한 건당 작업 스레드 하나, 한 번에 한 실행(나머지는 queued, FIFO), node / journal / log / report 이벤트를 SSE 로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실행마다 &lt;run dir&gt;/sbmig.log(DEBUG) 와 journal.jsonl 이 남습니다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파이프라인 전체 (v2.1)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v2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293" y="1005840"/>
            <a:ext cx="7049414" cy="2697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step 이름: intake → analyze → plan → transform.rewrite → transform.compile → restructure.apply | boot_pom | pom_only → restructure.review → verify.build → (수정 루프) → 최종 빌드 → finalize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빌드는 compile 1회와 verify 부터만: 변환 중간에는 빌드하지 않습니다 (현업 결정)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LLM 은 restructure.review 와 수정 루프에서만 개입합니다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접수 · 분석 · 계획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93776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하는 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산출물 · journal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작업 사본 + git 브랜치 sbmig/&lt;run id&gt; 에 as-is 스냅샷 · preflight(mvn, JDK 21, 사내 parent) · Maven 만 · 형제 pom 이면 aggregator 생성 · EAR 모듈 제외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· preflight · build_tool (실패 exit 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 그래프(EUC-KR 선언 포함) · 소스 스캔(javax 타입, JSP javax 수) · web.xml · 외부화 설정 · 케이스 종류 · 권고(advisories.yml)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ProjectProfile · analyze · advisories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케이스별 step 목록: 레시피 세트(카탈로그에서) · 재구성 모드 · review · verify.build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plan.json (notes 에 이유)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변환: OpenRewrite 1회 + compile 1회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transform.rewrite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UpgradeToJava21 · JavaxMigrationToJakarta(케이스가 필요할 때) · Boot: UpgradeSpringBoot_4_0 + SpringBootProperties_4_1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mvn rewrite:run 한 번, 결과는 커밋 — 빌드하지 않음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레시피 id 는 knowledge/recipes/catalog.yml 에서만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transform.compile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mvn clean compile 한 번 — 고치지 않고 오류만 모음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오류 목록의 첫 레코드(seen compile): 케이스 id, L1/L2 서명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이 시점에 보이는 오류만 — 나머지는 verify 의 파도에서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94360" y="31089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Maven 은 오류를 파도로 낸다 (왜 라운드가 필요한가)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47472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리액터: 모듈을 의존 순서대로 하나씩, 실패하면 거기서 멈춤(fail-fast) — 뒤 모듈 오류는 앞이 통과해야 보임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javac: 파싱 → 심볼 → 타입 검사 → 흐름 분석 단계별, 앞 단계 오류가 뒤 단계를 가림 · 기본 100개(-Xmaxerrs)까지만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그래서 sbmig 는 라운드마다 재빌드하고, 사라진 오류는 빌드가 그 단계까지 갔을 때만 해결로 칩니다 (안 보임 ≠ 해결)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회사 레이아웃 (round 9c + v2.1g/h)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v2-restructure-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755" y="1005840"/>
            <a:ext cx="4480410" cy="37033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035040" y="1097280"/>
            <a:ext cx="2743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{name} = 루트 artifactId. 루트는 base-parent 상속 + aggregator, 필수 2개 선언; 선택 8개는 쓰던 것만 올림(모두 4.0.0 라인)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web root 안 &lt;resource&gt; 디렉토리(STATIC/resources/**: mp4·xlsx·템플릿·css)는 back classpath 에 남기고 front static 에 웹 경로 그대로 복사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JSP·JSPF·tag 의 javax EE 이름은 분석기 표대로 jakarta 로 (코드 영역만, 문자열·주석·taglib URI 제외, 파일 인코딩 유지)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WEB-INF 의 설정 파일(web.xml, Spring XML, properties)은 boot 의 asis-webinf/ 보관함, 그 외는 front jar 의 META-INF/resources/WEB-INF/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재구성 모드와 규칙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언제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하는 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pure_java · spring_legacy · servlet_tomcat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{name}-boot / -back / -front 로 분리, 역할 parent, web.xml → 등록 Bean, placeholder properties, 멀티모듈은 merge(first-wins)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boot_pom (in-place)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 as-is (이전 사내 도구로 옮긴 것 포함)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디렉토리 유지, pom 만: root → base-parent, *-boot → boot-jar, 그 외 → comp-jar; 단일 모듈은 {name}-boot 로 감쌈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msa_pom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서비스마다 같은 parent · 필수 · 선택, 구조 불변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optional_bump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모드 안에서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쓰던 선택 아티팩트 8개만 4.0.0 으로; 새 parent 가 관리하는 버전은 명시 버전 제거(drop_managed_versions)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모든 모드 끝에 JSP javax → jakarta 변환(layout.jsp_jakarta_rename, 기본 true) → 보고서 'What we changed' 한 줄. 끄면 Handover 항목.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구조 검토 (restructure.review)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v2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2766"/>
            <a:ext cx="8229600" cy="182646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재구성 결과를 LLM 이 회사 규칙으로 봅니다: pom 과 의존성, 모듈 구조, 소스 인코딩, 필터링에 걸리는 바이너리 리소스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critical 만 &lt;edits&gt; 로 고치고 커밋 review: — warning 은 보고서 'Structure review' 절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호출은 최대 3회: 검토 1 + 답변 형식 재시도 1 + 적용 실패 재시도 1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메이저 업그레이드가 읽혀 나오면 운영자 확인 사항을 만듭니다(6장 버전 정책)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수정 루프 한 바퀴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v2-fix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16549"/>
            <a:ext cx="8229600" cy="184746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라운드 1 은 실패한 verify 빌드를 재사용 — 다시 빌드하지 않음. 이후 라운드마다 mvn clean package 1회, 최대 50라운드(loop.phases.verify.max_iterations), 240분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오류 → 케이스(L2 서명의 sha1 앞 10자리), 근본 원인(pom·의존성) 먼저, 라운드당 최대 8 케이스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이번 라운드에 누가 그 파일이나 모듈 pom 을 건드렸으면 그 케이스는 다음 빌드까지 보류(deferral)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시도마다 git 커밋 1개(fix(script:&lt;case&gt;:v&lt;N&gt;) / fix(edits:&lt;case&gt;#n)) — 되돌리기는 커밋 단위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채점과 되돌리기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062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 다음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빌드 성공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 빌드 → 보고서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대상 오류가 전부 사라지고 빌드가 그 단계까지 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유지 · 저장본 실적 +1 · 케이스 resolved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일부만 사라짐, 손댄 파일에 새 오류 없음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유지 · 같은 케이스 다음 시도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변화 없음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되돌림 · 다음 사다리 단계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손댄 파일에 새 오류, 오류 수 × regression_ratio 초과, 또는 pom 수정 뒤 더 이른 단계 오류가 대상을 가림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되돌림(git revert) 후 재빌드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inconclusive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빌드가 말해 주지 못함(타임아웃, 파싱된 오류 없음, 무관한 이른 단계 실패)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되돌림 · KB 실적 없음 · 재빌드에서 다시 채점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되돌리기가 되살린 오류는 기준선에 넣어 '새 오류' 로 세지 않습니다. 시도 없이 사라진 오류는 같은 라운드에 그 파일·pom 을 바꾼 시도를 resolved_by 로 기록합니다(v2.1f).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오류가 케이스가 되기까지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v2-case-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8233"/>
            <a:ext cx="8229600" cy="159553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L1 서명은 경로·숫자만 지운 것, L2 는 클래스 이름까지 지운 더 거친 서명 — 케이스 id 는 sha1(L2) 의 앞 10자리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폴더 이름이 해시인 이유: 어느 PC 에서 어떤 프로젝트를 돌려도 같은 오류는 같은 폴더로 모이고, 이름 충돌·인코딩 문제가 없습니다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case.json 의 name 이 사람이 읽는 이름(첫 오류 메시지), cases.md 가 표입니다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coarse 한 build / other 키는 javac 줄에서 다시 세분화합니다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사다리: 재사용 → 보강 → 신규 → 차단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v2-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51981"/>
            <a:ext cx="8229600" cy="213087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저장된 스크립트가 있으면 LLM 없이 먼저 실행(reuse_versions=1; 2 이상이면 실패한 저장본의 다음 버전도)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실패하면 보강: 저장본 코드와 실패 이유를 주고 더 나은 스크립트를 받음 — 새 버전으로 저장(부모·이유·실행 기록)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케이스당 LLM 요청은 3회(script.max_augments_per_case, 신규 포함) — 다 쓰면 BLOCKED repeated_failure 로 Handover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사람이 case.json 에 block 핀을 두면 사다리를 타지 않고 바로 차단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차단 정책과 Handover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차단 사유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시도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 에 적는 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repeated_failure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3회 (기본)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케이스, 마지막 분석과 해결 시도, 되돌린 커밋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javax 라이브러리 · 호환 안 되는 외부 API · 없는 아티팩트 · 플러그인 (loop.blocked_policy)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2회 (저장본은 그대로 재사용)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라이브러리와 저장소 조회 결과(같은 메이저 jakarta 빌드 유무)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사내 parent 미해결 · 인코딩 · 지원 안 하는 소스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0회 — 바로 Handover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원인과 담당 팀이 할 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budget_exhausted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loop.max_llm_calls / fleet.max_llm_calls_total 소진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사람의 block 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핀의 이유 문자열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실행 전체 한도: 라운드 50 · 실행 240분 · 프로젝트당 LLM 호출 무제한(0; 양수면 상한, -1 이면 저장본만) · 라운드당 케이스 8 · 스크립트 60초 · Maven 30분 · OpenRewrite 40분.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LLM 수정 호출: 무엇을 주고 무엇을 받나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v2-llm-c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39897"/>
            <a:ext cx="8229600" cy="230932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47472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주는 것: 케이스의 오류들과 오류 파일 창, pom 발췌, 'Dependency versions'(저장소 조회 사실과 판정 줄), KB 힌트(마지막 해결), 이전 시도와 실패 이유(as-is / to-be 포함)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받는 것: &lt;analysis&gt; &lt;solution&gt; &lt;verify&gt;(운영자 확인) &lt;edits&gt;(JSON) &lt;script&gt;+&lt;changes&gt; 또는 &lt;no_script&gt;, 파일이 더 필요하면 &lt;need_files&gt;(최대 2회 추가)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edits 는 프로젝트 폴더 안에서만 적용, script 는 python -I 자식 프로세스에서 도우미 p 로만 파일을 만집니다(60초, 트리 kill)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프롬프트 60,000자, 출력 8,000 토큰, 요청 180초, 재시도 3, 전송 실패 2연속이면 60초 쉬고 1회 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LLM 개입 지점과 한도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개입 지점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무엇을 주고 받나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호출 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 검토 (restructure.review)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pom(≤ 40개, 60,000자) + 모듈 구조 + 인코딩 + 계산된 사실 → 판정 JSON + critical edits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프로젝트당 1회 + 형식 재시도 1 + 적용 실패 재시도 1 = 최대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수정 루프 — 신규 (llm-new)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오류·파일 창·pom 발췌·Dependency versions·KB 힌트·이전 시도 → 원인 / 해결 / edits / script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케이스당 1회 + &lt;need_files&gt; 최대 2회 + 형식 피드백 1회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수정 루프 — 보강 (llm-augment)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 + 저장 스크립트 코드와 실행 결과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케이스당 LLM 시도 총 3회 (신규 포함)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운영자 가이드 (verify_guide)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메이저 업그레이드가 읽혀 나왔는데 &lt;verify&gt; 가 없을 때 — 바뀐 것과 확인할 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 시도당 1회 (저장본 재사용 시도는 0회)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에스컬레이션 모델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오류 집합이 2번 반복되거나 케이스의 3번째 요청부터 llm.escalation_model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호출 수 같음, 모델만 바뀜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회사 게이트웨이와 응답 프로토콜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회사 게이트웨이 (provider company, 기본)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requests.post(LLM_BASE_URL, headers={Authorization: Bearer LLM_API_KEY}, json={model, messages, need_origin}, timeout)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.env 는 패키지 폴더·현재 디렉토리에서 git 루트까지 올라가며 찾음(가까운 것이 이김, 셸 변수가 최우선)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LLM_MODEL · LLM_ESCALATION_MODEL · LLM_RECORD_DIR(요청/응답 기록, 비밀 없음)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응답에 usage 가 없으면 보고서에 usage_missing 표시 (토큰 비교 전 확인)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오프라인: provider fake + base_url replay:&lt;dir&gt; (e2e 픽스처)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스크립트 런타임 (sbmig.script)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LLM 의 &lt;script&gt; 는 def fix(p) 하나 — 정적 검사(허용 import 만) 후 python -I 자식 프로세스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도우미 p: 프로젝트 폴더 안 읽기·쓰기·치환·pom 편집만, 밖은 거부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timeout 60초, 넘으면 프로세스 트리 kill(Windows taskkill /T)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바뀐 파일 40개 넘으면 경고, 결과는 ScriptRunResult 로 루프에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플러그인 자리: edit applier fn(ws, edits, *, cfg, errors=None)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의존성 버전 정책 (v2.1d): 메이저는 올리지 않는다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v2-version-poli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2975"/>
            <a:ext cx="8229600" cy="208889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사용자 결정: 같은 메이저의 jakarta 릴리스가 있으면 그것으로. 라이브러리 지식은 사람이 &lt;kb&gt;/libraries.yml 에 넣고 재배포 없이 반영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메이저 업그레이드는 막지 않되(빌드는 되어야 하므로) Handover 맨 앞 '운영자 확인 필요' 에 무엇을 바꿨는지 적고 SBMIG-RESULT 에 major=N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저장소 조회: build.repository_url(Nexus) → settings 미러 → ~/.m2 → Central, maven-metadata + 후보 pom 6개로 jakarta ✓/javax 판정, 2회 실패면 이 실행에선 조회 중단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A2 결정(이대로): 같은 메이저에 jakarta 빌드가 없으면 상위 메이저 중 가장 높은 것을 권합니다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fix.mode: script 와 edits (토큰 비교용 스위치, v2.1i)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v2-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09993"/>
            <a:ext cx="8229600" cy="221485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현행(script): LLM 이 edits 와 재사용용 스크립트를 함께 돌려주고, 스크립트는 케이스 폴더에 저장되어 다음 프로젝트에서 LLM 없이 재사용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edits: LLM 이 수정 내용만 — 프롬프트에서 스크립트 규칙·도우미 API 제거(36% 짧음), 저장·재사용·보강 없음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공정성: 케이스당 LLM 요청 3회, 재빌드 채점·되돌리기·운영자 확인은 두 모드 동일. 결과 구분: SBMIG-RESULT fix=edits, 보고서 usage 블록의 fix mode 줄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웹 체크박스 'LLM 직접 수정만' + 'KB 사용 안 함' = 전부 LLM 실험; CLI --fix-mode edits [--no-kb]; fleet 도 같은 옵션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kb-v2/ 파일 구성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v2-kb-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40480"/>
            <a:ext cx="4937760" cy="36340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0" y="109728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errors.jsonl: 모든 실행의 오류가 한 줄씩(시도, 해결 여부, resolved_by, as-is/to-be 조각) — 모든 집계의 원천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cases/&lt;case_id&gt;/: case.json(케이스와 스크립트 버전들의 실적) + fix_v&lt;N&gt;.py + 오류별 JSON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cases.md 는 사람이 읽는 표, libraries.yml 은 사람이 넣는 라이브러리 버전 표, .lock 은 프로세스 간 잠금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sbmig kb reindex 가 errors.jsonl 로부터 모두 다시 세고 옛 기록(실행 기록·조각·resolved_by)을 보충합니다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case.json 속성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속성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· l2 ·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sha1(l2)[:10] · L2 서명 · 사람이 읽는 이름(첫 오류 메시지)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seen · resolved · projects · runs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 횟수 · 해결된 횟수 · 어느 프로젝트에서 · 어느 실행에서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scripts[].version ·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fix_v&lt;N&gt;.py 번호 · proven(다른 프로젝트에서도 성공) / unverified / retired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scripts[].successes · failures · projects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재빌드가 improved 로 채점한 횟수 · 실패 · 성공한 프로젝트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scripts[].parent · reason · last_failure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어느 버전을 보강했나 · 왜 새 버전이 생겼나 · 마지막 실패 이유(v2.1e)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scripts[].runs[]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 기록: 결과, 이유, 오류 수 전후, 바뀐 파일 (script_runs 30개)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사람이 둔 'block: &lt;이유&gt;' — 사다리를 타지 않고 Handover 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last_analysis · last_solution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마지막 LLM 의 원인·해결 요약 — 다음 프롬프트의 KB 힌트(400자)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학습 기록과 사람이 KB 를 고치는 법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오류 레코드가 담는 것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tries[]: 라운드 · 시도 번호 · source(kb-script / llm-new / llm-augment / llm-edit) · 적용 결과 · 커밋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수정 note 마다 as-is / to-be 조각 전체(errors.snippet_lines 0 = 자르지 않음)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resolved_by: 시도 없이 사라진 오류를 고친 같은 라운드의 시도 (build ← &lt;case&gt; r1 try 1)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kb errors show / kb cases show 가 코드까지 보여 줌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사람이 하는 일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libraries.yml 에 라이브러리의 jakarta 버전·allow_major 를 적음 — 재배포 없이 다음 실행부터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잘못 배운 케이스: 폴더 삭제 후 sbmig kb reindex (예: SiteMesh 3.2.1 케이스)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고치면 안 되는 케이스: case.json 에 block 핀 (sbmig kb cases pin &lt;id&gt; --reason …; 모르는 id 는 --create)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다른 PC 로 옮기기: sbmig kb export / import (merge 또는 --replace, .bak 보관)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sbmig kb stats / validate / cases list / errors show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보고서 구성과 SBMIG-RESULT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v2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0284" y="1005840"/>
            <a:ext cx="5443431" cy="2423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Handover 가 맨 앞: 소유 팀은 그것만 읽습니다 — 운영자 확인 필요(메이저 업그레이드), 남은 JSP javax, 차단된 케이스와 제안, EOL 권고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SBMIG-RESULT 한 줄은 복사·붙여넣기가 안 되는 회사 PC 에서 운영자가 받아 적는 줄 — 한 줄을 유지하고 값이 있을 때만 토큰을 덧붙입니다(review= · major= · fix=)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보고서 언어 report.language: ko (회사) — 문구는 report/i18n.py 한 곳에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errors.md(오류 목록), report.json, changes.patch, result.zip, journal.jsonl, sbmig.log 가 run dir 에 함께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플릿: 순차 실행과 공유 KB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v2-fl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238" y="1005840"/>
            <a:ext cx="7531525" cy="24688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에이전트 하나가 약 500 프로젝트를 엄격히 순차로 — 파일 KB 를 공유하므로 앞 프로젝트의 스크립트가 뒤에서 LLM 없이 재사용됩니다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sbmig fleet run &lt;dir|manifest&gt; --out … [--fix-mode script|edits] [--no-kb] [--max-llm-calls-total N]; status / resume / --retry-failed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state.json 의 llm_calls·토큰·비용은 모든 시도 합산(재시도 예산), 그 외 수치는 시도마다 초기화 (v2.1h)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인프라 차단기(디스크·Maven·JDK 실패 연속)와 cleanup 으로 500개를 버팁니다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CLI 와 웹 UI</a:t>
            </a:r>
            <a:endParaRPr lang="en-US" sz="2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8463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sbmig run &lt;dir|zip&gt; --config … [--fix-mode] [--no-kb]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 (--stop-after, --dry-run, --llm-provider, --llm-plugin, --fix-plugin)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sbmig analyze / plan / inventory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없는 분석 / 계획 / pom 없는 트리 설명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sbmig llm-probe [--bare]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 하나로 게이트웨이 확인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sbmig recipes check --jars · advisories 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레시피 id 를 jar 로 검증 · 권고 파일 검증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sbmig kb stats / cases / errors / reindex / pin / export / import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 관리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sbmig fleet run / status / resume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순차 일괄 실행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sbmig clean [--older-than]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끝난 실행의 사본·업로드 정리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sbmig serve [--token]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 UI (FastAPI on uvicorn)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0" y="105156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5623560" y="1143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웹 UI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23560" y="150876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POST /api/runs?configs=&amp;fix_mode=&amp;no_kb= (zip) → 202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GET /api/runs/{id}/events: SSE node / journal / log / report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POST /api/runs/{id}/stop · GET /api/runs/{id}/files/{name}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GET /api/threads: 스레드 덤프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체크박스: LLM 직접 수정만 · KB 사용 안 함 → 배지 edits · KB off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--help 는 한국어 요약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설정 계층과 주요 키</a:t>
            </a:r>
            <a:endParaRPr lang="en-US" sz="2400" dirty="0"/>
          </a:p>
        </p:txBody>
      </p:sp>
      <p:pic>
        <p:nvPicPr>
          <p:cNvPr id="4" name="Image 0" descr="/Users/acandiatale/webWorkspace/migration-agent/docs/migration-agent/diagrams/v2-config-lay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930" y="1005840"/>
            <a:ext cx="6882140" cy="21945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29184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config/default.yml → --config yml(회사 artifacts.yml 등, 순서대로 deep merge) → CLI/API overrides → SBMIG_* 환경 변수 → ${VAR} 확장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회사 좌표: artifacts.parent / boot_parent / comp_parent / mandatory(2) / optional(8); 여기서는 자리표시자뿐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layout.*: module 이름, front_static_dir, front_jsp_dir, front_copy_resource_dirs, jsp_jakarta_rename, boot_as_is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loop.phases.verify.max_iterations 50 · max_llm_calls 0 · max_total_minutes 240 · script.max_augments_per_case 3 · reuse_versions 1 · timeout 60s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build.skip_test_compile true · repository_url · libraries.* (lookup, max_pom_checks 6) · errors.snippet_lines 0 · fix.mode script · kb.dir kb-v2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로그 · journal · Windows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어디를 보나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지금 단계: sbmig.log 끝, 마지막 phase_start / step_start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왜 이 step: plan.json notes, sbmig plan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빌드 실패 이유: journal build 의 log 경로, sbmig parse-log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케이스가 어느 길로 갔나: 'KB 탐색:' 줄 (저장본 / 보강 / 신규 / 차단)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성공 여부: SBMIG-RESULT 한 줄, 보고서 Handover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멈춤: 워치독 줄, threads-*.txt, /api/threads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Windows 와 인코딩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git / Maven 출력은 UTF-8 로 직접 디코딩, MAVEN_OPTS 에 stdout / stderr UTF-8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pom·JSP·소스의 EUC-KR / MS949 는 선언대로 읽고 같은 계열로 저장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.env 는 UTF-8(BOM) / UTF-16(PowerShell &gt;) / cp949 모두 읽음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Maven 타임아웃 시 taskkill /PID &lt;pid&gt; /T /F · git core.longpaths · autocrlf=false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경로 260자: 결과 폴더를 짧은 경로(--out D:\sbmig-out)에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인수인계: 한국어 주석과 발견 목록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122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모듈 전부 한국어 docstring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251460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+5,547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2514600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한국어 줄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26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코드 읽으며 찾은 의심 버그 (A1~A26)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005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25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1737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그중 고친 것 (A2 유지)</a:t>
            </a:r>
            <a:endParaRPr lang="en-US" sz="11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docs/v2/CODE-COMMENTS-KO.md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주석 규약과 용어표 — 모듈·공개 함수는 한국어 먼저, 인라인 주석은 '왜'; tests/docs/test_korean_comments.py 가 지킴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sbmig/__init__.py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패키지 지도 (읽는 순서)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docs/v2/KB-AND-FLOW.md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 흐름, 케이스, KB 파일 실물 샘플, 사다리와 채점, LLM 한도, 버전 정책 (사내 설명용)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docs/v2/HANDOVER-FINDINGS-2026-10-28.md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의심 버그·정책 질문·죽은 코드·낡은 영어 문구와 처리 결과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docs/INTERFACES.md · docs/PLAN.md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계약(v2 → v2.1i)과 라운드별 상태표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검증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2,355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오프라인 테스트 (not integration)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251460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32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2514600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e2e 픽스처 (expected.json)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43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레시피 카탈로그 id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005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1737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회사 시험에서 받은 라운드 (v2.1d~i)</a:t>
            </a:r>
            <a:endParaRPr lang="en-US" sz="11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케이스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픽스처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spring_boot (14)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boot2, boot2-cloud-legacy, boot2-fix-failures, boot2-hystrix-command, boot2-javax-lib(-optional), boot2-method-rename, boot2-qlrm-javax, boot2-rewrite-excluded, boot3, company-boot-single, legacy-role-parents, multi-module-conflict / -merge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pure_java (5)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enforcer-java8-werror, euckr-legacy, java6-legacy, missing-artifact, pure-java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spring_legacy (5)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company-spring5-web, legacy-external-config, legacy-ibatis, spring5-security-batch, spring5-xml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servlet_tomcat (6) · msa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company-servlet-jsp, ear-sibling-poms, servlet-nonstandard-dirs(JSP → jakarta 사후 검사), servlet-tomcat, servlet-war-overlay, servlet-webxml-legacy · msa, msa-shared-lib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scripts/e2e.sh → out/e2e/summary.md (29 빌드 + 의도된 BLOCKED 3: boot2-javax-lib, missing-artifact, legacy-ibatis) · 재사용 시나리오: pure-java → java6-legacy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남은 결정과 후속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사용자가 정할 것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DB/ 아래 SQL 디렉토리를 어디에 둘지 (현업과 결정)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어느 pom 도 참조하지 않는 상위 디렉토리의 웹 콘텐츠 (web-content-left 플래그)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§B 죽은 코드·안 읽는 설정 키 두 개(review.record, openrewrite.fail_on_dry_run_results) 정리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A2: 같은 메이저에 jakarta 가 없을 때 가장 높은 상위 메이저를 권하는 현행 유지 여부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작은 후속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errors.md 시도 열의 llm-edit 표기를 edits:&lt;case&gt;#n 으로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구조 검토 프롬프트도 edits 모드에서 스크립트를 요청하지 않게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FleetState 에 fix_mode 필드 (지금은 settings: 메모)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운영 핸드북(docs/handbook)과 상세 설계 README 는 v1 기준 — 요청 시 한 번에 정리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요약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결정적으로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OpenRewrite 1회, 회사 레이아웃, 케이스 id 는 서명의 해시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LLM 은 구조 검토와 수정 루프에서만, 한도는 전부 설정 키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같은 입력이면 같은 계획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46120" y="10515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383280" y="1143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빌드로 판정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50876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모든 시도는 다음 빌드가 채점, 악화는 되돌림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안 보임 ≠ 해결 — 빌드가 그 단계까지 갔을 때만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실행은 항상 clean package 로 끝남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0" y="10515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172200" y="1143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쌓이고 넘겨주기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50876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케이스마다 스크립트 버전·실적·실패 이유·as-is/to-be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Handover 가 보고서 맨 앞, SBMIG-RESULT 한 줄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사람이 libraries.yml · block 핀 · reindex 로 개입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bmig Forest">
  <a:themeElements>
    <a:clrScheme name="sbmig Forest">
      <a:dk1>
        <a:srgbClr val="1C2A1E"/>
      </a:dk1>
      <a:lt1>
        <a:srgbClr val="FFFFFF"/>
      </a:lt1>
      <a:dk2>
        <a:srgbClr val="2C5F2D"/>
      </a:dk2>
      <a:lt2>
        <a:srgbClr val="EEF3EA"/>
      </a:lt2>
      <a:accent1>
        <a:srgbClr val="2C5F2D"/>
      </a:accent1>
      <a:accent2>
        <a:srgbClr val="97BC62"/>
      </a:accent2>
      <a:accent3>
        <a:srgbClr val="E07A5F"/>
      </a:accent3>
      <a:accent4>
        <a:srgbClr val="3D5A80"/>
      </a:accent4>
      <a:accent5>
        <a:srgbClr val="F2CC8F"/>
      </a:accent5>
      <a:accent6>
        <a:srgbClr val="81B29A"/>
      </a:accent6>
      <a:hlink>
        <a:srgbClr val="2C5F2D"/>
      </a:hlink>
      <a:folHlink>
        <a:srgbClr val="97BC62"/>
      </a:folHlink>
    </a:clrScheme>
    <a:fontScheme name="sbmig For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migration agent</dc:title>
  <dc:subject>JDK 21 and Spring Boot 4.1 migration agent design</dc:subject>
  <dc:creator>sbmig</dc:creator>
  <cp:lastModifiedBy>sbmig</cp:lastModifiedBy>
  <cp:revision>1</cp:revision>
  <dcterms:created xsi:type="dcterms:W3CDTF">2026-10-28T08:22:00Z</dcterms:created>
  <dcterms:modified xsi:type="dcterms:W3CDTF">2026-10-28T08:22:00Z</dcterms:modified>
</cp:coreProperties>
</file>