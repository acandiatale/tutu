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흐름" id="{71c8b9cf-434f-c343-2bb9-4e7cc2fc109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담당자 설명용 덱입니다. 설정 키나 파일 이름 같은 세부 사항은 뺐고, 흐름과 원리만 담았습니다.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LLM 이 개입하는 곳은 ⑦ 구조 검토와 ⑨ 수정 루프 두 곳뿐입니다. 나머지는 정해진 규칙대로 돕니다. 고쳐졌는지는 언제나 다음 빌드 결과로 판단합니다.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원본은 건드리지 않습니다. 작업용 사본에서 모든 단계를 git 으로 기록하므로 언제든 되돌릴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변환 규칙을 최소한만 쓰는 이유: 무엇을 바꿀지 모르는 규칙은 돌리지 않는다는 원칙입니다. 나머지는 오류가 나면 그때 고칩니다.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그래서 수정 루프가 필요합니다. 고칠 때마다 다시 빌드해서 새로 드러나는 오류를 이어서 처리합니다.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이미 Spring Boot 인 프로젝트는 폴더를 그대로 두고 pom.xml 만 바꿉니다. 구조 검토의 LLM 호출은 최대 3번입니다.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라운드 수와 LLM 호출 수는 설정으로 조절합니다. 한 바퀴에 다루는 케이스는 최대 8개입니다.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LLM 이 받는 것: 오류 메시지, 오류가 난 파일의 해당 부분, pom.xml 발췌, 저장소에서 조회한 라이브러리 버전 사실, 이전 시도와 실패 이유. 메이저 버전을 올리는 변경은 보고서에 '운영자 확인 필요' 로 따로 적습니다.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LLM 이 '고쳤다' 고 말해도 믿지 않습니다. 다음 빌드 결과만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지식베이스는 파일 폴더입니다. 데이터베이스가 없으므로 복사해서 다른 PC 로 옮길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C2A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3464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8A"/>
                </a:solidFill>
              </a:rPr>
              <a:t>마이그레이션 에이전트 · 흐름 안내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마이그레이션 에이전트, 이렇게 돌아갑니다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프로젝트 하나를 넣으면 무슨 일이 일어나는지, 단계별로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전체 흐름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457200" y="987552"/>
            <a:ext cx="1828800" cy="713232"/>
          </a:xfrm>
          <a:prstGeom prst="roundRect">
            <a:avLst>
              <a:gd name="adj" fmla="val 6410"/>
            </a:avLst>
          </a:prstGeom>
          <a:solidFill>
            <a:srgbClr val="EEF3EA"/>
          </a:solidFill>
          <a:ln w="12700">
            <a:solidFill>
              <a:srgbClr val="2C5F2D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접수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 프로젝트인지 확인하고 작업용 사본을 만듭니다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2590495" y="987552"/>
            <a:ext cx="1828800" cy="713232"/>
          </a:xfrm>
          <a:prstGeom prst="roundRect">
            <a:avLst>
              <a:gd name="adj" fmla="val 6410"/>
            </a:avLst>
          </a:prstGeom>
          <a:solidFill>
            <a:srgbClr val="EEF3EA"/>
          </a:solidFill>
          <a:ln w="12700">
            <a:solidFill>
              <a:srgbClr val="2C5F2D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분석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종류와 쓰는 라이브러리를 읽어 둡니다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723790" y="987552"/>
            <a:ext cx="1828800" cy="713232"/>
          </a:xfrm>
          <a:prstGeom prst="roundRect">
            <a:avLst>
              <a:gd name="adj" fmla="val 6410"/>
            </a:avLst>
          </a:prstGeom>
          <a:solidFill>
            <a:srgbClr val="EEF3EA"/>
          </a:solidFill>
          <a:ln w="12700">
            <a:solidFill>
              <a:srgbClr val="2C5F2D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계획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종류에 맞춰 돌릴 단계와 순서를 정합니다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857086" y="987552"/>
            <a:ext cx="1828800" cy="713232"/>
          </a:xfrm>
          <a:prstGeom prst="roundRect">
            <a:avLst>
              <a:gd name="adj" fmla="val 6410"/>
            </a:avLst>
          </a:prstGeom>
          <a:solidFill>
            <a:srgbClr val="EEF3EA"/>
          </a:solidFill>
          <a:ln w="12700">
            <a:solidFill>
              <a:srgbClr val="2C5F2D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자동 변환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JDK 21, jakarta, Spring Boot 4 규칙을 한 번에 적용합니다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1993392"/>
            <a:ext cx="1828800" cy="713232"/>
          </a:xfrm>
          <a:prstGeom prst="roundRect">
            <a:avLst>
              <a:gd name="adj" fmla="val 6410"/>
            </a:avLst>
          </a:prstGeom>
          <a:solidFill>
            <a:srgbClr val="F2CC8F"/>
          </a:solidFill>
          <a:ln w="12700">
            <a:solidFill>
              <a:srgbClr val="C9A24C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1차 컴파일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 보이는 오류를 전부 목록에 적어 둡니다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590495" y="1993392"/>
            <a:ext cx="1828800" cy="713232"/>
          </a:xfrm>
          <a:prstGeom prst="roundRect">
            <a:avLst>
              <a:gd name="adj" fmla="val 6410"/>
            </a:avLst>
          </a:prstGeom>
          <a:solidFill>
            <a:srgbClr val="EEF3EA"/>
          </a:solidFill>
          <a:ln w="12700">
            <a:solidFill>
              <a:srgbClr val="2C5F2D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구조 정리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회사 표준 구조로 모듈과 pom.xml 을 다시 짭니다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723790" y="1993392"/>
            <a:ext cx="1828800" cy="713232"/>
          </a:xfrm>
          <a:prstGeom prst="roundRect">
            <a:avLst>
              <a:gd name="adj" fmla="val 6410"/>
            </a:avLst>
          </a:prstGeom>
          <a:solidFill>
            <a:srgbClr val="3D5A80"/>
          </a:solidFill>
          <a:ln w="12700">
            <a:solidFill>
              <a:srgbClr val="3D5A80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구조 검토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이 회사 규칙에 맞는지 보고 꼭 필요한 것만 고칩니다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7200" y="2999232"/>
            <a:ext cx="1828800" cy="713232"/>
          </a:xfrm>
          <a:prstGeom prst="roundRect">
            <a:avLst>
              <a:gd name="adj" fmla="val 6410"/>
            </a:avLst>
          </a:prstGeom>
          <a:solidFill>
            <a:srgbClr val="F2CC8F"/>
          </a:solidFill>
          <a:ln w="12700">
            <a:solidFill>
              <a:srgbClr val="C9A24C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⑧ 검증 빌드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mvn clean package. 성공이면 바로 마무리로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2590495" y="2999232"/>
            <a:ext cx="1828800" cy="713232"/>
          </a:xfrm>
          <a:prstGeom prst="roundRect">
            <a:avLst>
              <a:gd name="adj" fmla="val 6410"/>
            </a:avLst>
          </a:prstGeom>
          <a:solidFill>
            <a:srgbClr val="E07A5F"/>
          </a:solidFill>
          <a:ln w="12700">
            <a:solidFill>
              <a:srgbClr val="E07A5F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⑨ 수정 루프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오류를 묶어 하나씩 고치고 다시 빌드. 될 때까지 반복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723790" y="2999232"/>
            <a:ext cx="1828800" cy="713232"/>
          </a:xfrm>
          <a:prstGeom prst="roundRect">
            <a:avLst>
              <a:gd name="adj" fmla="val 6410"/>
            </a:avLst>
          </a:prstGeom>
          <a:solidFill>
            <a:srgbClr val="F2CC8F"/>
          </a:solidFill>
          <a:ln w="12700">
            <a:solidFill>
              <a:srgbClr val="C9A24C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⑩ 최종 빌드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번 더 전체 빌드로 결과를 확정합니다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857086" y="2999232"/>
            <a:ext cx="1828800" cy="713232"/>
          </a:xfrm>
          <a:prstGeom prst="roundRect">
            <a:avLst>
              <a:gd name="adj" fmla="val 6410"/>
            </a:avLst>
          </a:prstGeom>
          <a:solidFill>
            <a:srgbClr val="2C5F2D"/>
          </a:solidFill>
          <a:ln w="12700">
            <a:solidFill>
              <a:srgbClr val="2C5F2D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⑪ 마무리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보고서를 쓰고 수정 방법을 지식베이스에 저장합니다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2286000" y="1344168"/>
            <a:ext cx="304495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4419295" y="1344168"/>
            <a:ext cx="304495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6552590" y="1344168"/>
            <a:ext cx="304495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2286000" y="2350008"/>
            <a:ext cx="304495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4419295" y="2350008"/>
            <a:ext cx="304495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4419295" y="3355848"/>
            <a:ext cx="304495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6552590" y="3355848"/>
            <a:ext cx="304495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7771486" y="1700784"/>
            <a:ext cx="0" cy="146304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H="1">
            <a:off x="1371600" y="1847088"/>
            <a:ext cx="6399886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371600" y="1847088"/>
            <a:ext cx="0" cy="146304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5638190" y="2706624"/>
            <a:ext cx="0" cy="146304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H="1">
            <a:off x="1371600" y="2852928"/>
            <a:ext cx="4266590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371600" y="2852928"/>
            <a:ext cx="0" cy="146304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2286000" y="3355848"/>
            <a:ext cx="304495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29" name="Text 26"/>
          <p:cNvSpPr txBox="1"/>
          <p:nvPr/>
        </p:nvSpPr>
        <p:spPr>
          <a:xfrm>
            <a:off x="2209648" y="3072384"/>
            <a:ext cx="457200" cy="20116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실패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1828800" y="3712464"/>
            <a:ext cx="0" cy="201168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828800" y="3913632"/>
            <a:ext cx="5942686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7771486" y="3712464"/>
            <a:ext cx="0" cy="201168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33" name="Text 30"/>
          <p:cNvSpPr txBox="1"/>
          <p:nvPr/>
        </p:nvSpPr>
        <p:spPr>
          <a:xfrm>
            <a:off x="4342943" y="3813048"/>
            <a:ext cx="457200" cy="20116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성공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457200" y="4206240"/>
            <a:ext cx="201168" cy="164592"/>
          </a:xfrm>
          <a:prstGeom prst="rect">
            <a:avLst/>
          </a:prstGeom>
          <a:solidFill>
            <a:srgbClr val="EEF3EA"/>
          </a:solidFill>
          <a:ln w="12700">
            <a:solidFill>
              <a:srgbClr val="EEF3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04088" y="41605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자동으로 처리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2148840" y="4206240"/>
            <a:ext cx="201168" cy="164592"/>
          </a:xfrm>
          <a:prstGeom prst="rect">
            <a:avLst/>
          </a:prstGeom>
          <a:solidFill>
            <a:srgbClr val="F2CC8F"/>
          </a:solidFill>
          <a:ln w="12700">
            <a:solidFill>
              <a:srgbClr val="F2CC8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395728" y="41605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Maven 빌드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3840480" y="4206240"/>
            <a:ext cx="201168" cy="164592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4087368" y="41605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LLM 이 개입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5532120" y="4206240"/>
            <a:ext cx="201168" cy="164592"/>
          </a:xfrm>
          <a:prstGeom prst="rect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779008" y="41605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반복 · 사람에게 인계</a:t>
            </a: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7223760" y="4206240"/>
            <a:ext cx="201168" cy="164592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7470648" y="41605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끝</a:t>
            </a:r>
            <a:endParaRPr lang="en-US" sz="105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44622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LLM 이 개입하는 곳은 두 곳(⑦, ⑨)뿐이고, 고쳐졌는지는 언제나 다음 빌드 결과로 판단합니다.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접수와 분석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94360" y="11430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① 접수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프로젝트 폴더나 zip 을 받으면 먼저 Maven 프로젝트인지 봅니다. Gradle 이거나 pom.xml 없이 소스만 있는 폴더는 받지 않고, 이유를 적어 돌려줍니다.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원본은 그대로 두고 작업용 사본을 만듭니다. 이후 모든 수정은 git 으로 기록해서 언제든 되돌릴 수 있습니다.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Maven, JDK 21, 사내 parent 가 준비돼 있는지 미리 점검하고, 없으면 여기서 멈춥니다.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66344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800600" y="11430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② 분석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어떤 종류의 프로젝트인지 가립니다: 순수 Java, Spring, Spring Boot, 서블릿, MSA.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어떤 라이브러리를 어떤 버전으로 쓰는지, web.xml 이 있는지, JSP 가 javax 를 쓰는지 읽어 둡니다.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지원이 끝난 라이브러리가 있으면 메모해 두었다가 보고서에 안내합니다. 빌드를 막지는 않습니다.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계획과 자동 변환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94360" y="11430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③ 계획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프로젝트 종류에 따라 돌릴 단계가 정해집니다. 예를 들어 Spring Boot 프로젝트는 Boot 4 규칙을 쓰고, 서블릿 프로젝트는 구조 정리에서 WAR 로 만듭니다.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여기에는 사람이나 LLM 의 판단이 들어가지 않습니다. 같은 프로젝트를 다시 넣으면 같은 계획이 나옵니다.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계획은 파일로 남아서, 왜 이 단계가 돌았는지 나중에 확인할 수 있습니다.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66344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800600" y="11430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④ 자동 변환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OpenRewrite 라는 도구로 정해진 규칙만 적용합니다: JDK 21 문법, javax → jakarta 패키지 이름, Spring Boot 4 로 가는 변경.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그 밖의 라이브러리 규칙은 일부러 넣지 않았습니다. 그런 것은 오류로 드러나면 수정 루프에서 고칩니다.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변환은 한 번만 돌리고 중간에 빌드하지 않습니다. 결과는 git 에 기록됩니다.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오류는 한 번에 다 보이지 않습니다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515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⑤ 1차 컴파일: 변환이 끝나면 한 번 컴파일해서 지금 보이는 오류를 전부 목록에 적습니다. 이때는 아직 고치지 않습니다. 이 목록이 이후 모든 수정의 출발점입니다.</a:t>
            </a:r>
            <a:endParaRPr lang="en-US" sz="1250" dirty="0"/>
          </a:p>
        </p:txBody>
      </p:sp>
      <p:sp>
        <p:nvSpPr>
          <p:cNvPr id="5" name="Shape 2"/>
          <p:cNvSpPr/>
          <p:nvPr/>
        </p:nvSpPr>
        <p:spPr>
          <a:xfrm>
            <a:off x="457200" y="1828800"/>
            <a:ext cx="4023360" cy="2788920"/>
          </a:xfrm>
          <a:prstGeom prst="roundRect">
            <a:avLst>
              <a:gd name="adj" fmla="val 2623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94360" y="19202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왜 한 번에 다 안 보이나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2286000"/>
            <a:ext cx="37490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Maven 은 모듈을 하나씩 순서대로 빌드하다가 실패하면 거기서 멈춥니다. 뒤 모듈의 오류는 앞 모듈이 통과해야 보입니다.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자바 컴파일러도 단계별로 봅니다. 문법 오류가 있으면 타입 오류는 알려 주지 않고, 한 번에 100개까지만 보고합니다.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663440" y="1828800"/>
            <a:ext cx="4023360" cy="2788920"/>
          </a:xfrm>
          <a:prstGeom prst="roundRect">
            <a:avLst>
              <a:gd name="adj" fmla="val 2623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800600" y="19202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에이전트는 이렇게 다룹니다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800600" y="2286000"/>
            <a:ext cx="37490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'오류 하나 고치면 다른 오류가 나오는' 일을 정상으로 봅니다. 고칠 때마다 다시 빌드해서 새로 드러난 오류를 이어서 처리합니다.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오류가 안 보인다고 고쳐진 것으로 치지 않습니다. 빌드가 그 오류가 나던 단계까지 갔을 때만 해결로 셉니다.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구조 정리와 구조 검토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94360" y="11430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⑥ 구조 정리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회사 표준에 맞춰 모듈을 나눕니다: 실행 설정만 있는 boot 모듈, 소스가 들어가는 back 모듈, 화면 파일이 있을 때만 front 모듈.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pom.xml 의 parent 를 사내 parent 로 바꾸고, 필수 라이브러리를 넣고, 이미 쓰고 있던 사내 라이브러리만 새 버전으로 올립니다.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JSP 와 정적 파일(html, js, css, 영상)을 제자리로 옮기고, JSP 안의 javax 도 jakarta 로 바꿉니다.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66344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800600" y="11430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⑦ 구조 검토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정리된 결과를 LLM 이 회사 규칙으로 한 번 더 봅니다: pom.xml, 모듈 구성, 소스 인코딩, 빌드 중 깨질 수 있는 바이너리 파일.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꼭 고쳐야 하는 것만 바로 고치고 git 에 기록합니다. 나머지는 보고서에 적어 담당자가 판단하게 합니다.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호출은 많아야 3번: 검토 1번, 답이 깨졌을 때 1번, 고친 것이 적용되지 않았을 때 1번.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검증 빌드와 수정 루프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457200" y="1325880"/>
            <a:ext cx="1463040" cy="777240"/>
          </a:xfrm>
          <a:prstGeom prst="roundRect">
            <a:avLst>
              <a:gd name="adj" fmla="val 5882"/>
            </a:avLst>
          </a:prstGeom>
          <a:solidFill>
            <a:srgbClr val="F2CC8F"/>
          </a:solidFill>
          <a:ln w="12700">
            <a:solidFill>
              <a:srgbClr val="C9A24C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빌드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남은 오류를 봅니다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2148840" y="1325880"/>
            <a:ext cx="1463040" cy="777240"/>
          </a:xfrm>
          <a:prstGeom prst="roundRect">
            <a:avLst>
              <a:gd name="adj" fmla="val 5882"/>
            </a:avLst>
          </a:prstGeom>
          <a:solidFill>
            <a:srgbClr val="EEF3EA"/>
          </a:solidFill>
          <a:ln w="12700">
            <a:solidFill>
              <a:srgbClr val="2C5F2D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채점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직전 수정이 효과 있었나? 나빠졌으면 되돌림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840480" y="1325880"/>
            <a:ext cx="1463040" cy="777240"/>
          </a:xfrm>
          <a:prstGeom prst="roundRect">
            <a:avLst>
              <a:gd name="adj" fmla="val 5882"/>
            </a:avLst>
          </a:prstGeom>
          <a:solidFill>
            <a:srgbClr val="EEF3EA"/>
          </a:solidFill>
          <a:ln w="12700">
            <a:solidFill>
              <a:srgbClr val="2C5F2D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오류 묶기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원인끼리 케이스로, 근본 원인부터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532120" y="1325880"/>
            <a:ext cx="146304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8A8F8A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방금 손댄 파일?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그러면 다음 빌드까지 보류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223760" y="1325880"/>
            <a:ext cx="1463040" cy="777240"/>
          </a:xfrm>
          <a:prstGeom prst="roundRect">
            <a:avLst>
              <a:gd name="adj" fmla="val 5882"/>
            </a:avLst>
          </a:prstGeom>
          <a:solidFill>
            <a:srgbClr val="E07A5F"/>
          </a:solidFill>
          <a:ln w="12700">
            <a:solidFill>
              <a:srgbClr val="E07A5F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고치기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저장된 방법 먼저, 없으면 LLM 에게 요청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57200" y="2468880"/>
            <a:ext cx="1463040" cy="777240"/>
          </a:xfrm>
          <a:prstGeom prst="roundRect">
            <a:avLst>
              <a:gd name="adj" fmla="val 5882"/>
            </a:avLst>
          </a:prstGeom>
          <a:solidFill>
            <a:srgbClr val="2C5F2D"/>
          </a:solidFill>
          <a:ln w="12700">
            <a:solidFill>
              <a:srgbClr val="2C5F2D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빌드로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더 고칠 것이 없습니다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532120" y="2468880"/>
            <a:ext cx="1463040" cy="777240"/>
          </a:xfrm>
          <a:prstGeom prst="roundRect">
            <a:avLst>
              <a:gd name="adj" fmla="val 5882"/>
            </a:avLst>
          </a:prstGeom>
          <a:solidFill>
            <a:srgbClr val="EEF3EA"/>
          </a:solidFill>
          <a:ln w="12700">
            <a:solidFill>
              <a:srgbClr val="2C5F2D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보류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빌드 뒤에 다시 봅니다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920240" y="1714500"/>
            <a:ext cx="228600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3611880" y="1714500"/>
            <a:ext cx="228600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5303520" y="1714500"/>
            <a:ext cx="228600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6995160" y="1714500"/>
            <a:ext cx="228600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15" name="Text 12"/>
          <p:cNvSpPr txBox="1"/>
          <p:nvPr/>
        </p:nvSpPr>
        <p:spPr>
          <a:xfrm>
            <a:off x="6880860" y="1431036"/>
            <a:ext cx="457200" cy="20116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아니오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6263640" y="2103120"/>
            <a:ext cx="0" cy="36576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6355080" y="2185416"/>
            <a:ext cx="274320" cy="20116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1188720" y="2103120"/>
            <a:ext cx="0" cy="36576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19" name="Text 16"/>
          <p:cNvSpPr txBox="1"/>
          <p:nvPr/>
        </p:nvSpPr>
        <p:spPr>
          <a:xfrm>
            <a:off x="1280160" y="2185416"/>
            <a:ext cx="640080" cy="20116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빌드 성공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 flipV="1">
            <a:off x="7955280" y="1097280"/>
            <a:ext cx="0" cy="22860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H="1">
            <a:off x="1188720" y="1097280"/>
            <a:ext cx="6766560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88720" y="1097280"/>
            <a:ext cx="0" cy="22860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3886200" y="996696"/>
            <a:ext cx="1371600" cy="20116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바퀴, 최대 50번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356616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⑧ mvn clean package 가 성공하면 바로 마무리합니다. 실패하면 ⑨ 수정 루프에 들어가 빌드가 될 때까지 돕니다.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한 바퀴는 고치기 → 다시 빌드 → 채점입니다. 고친 뒤 빌드가 더 나빠지면 그 수정은 되돌립니다. 최대 50바퀴.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두 수정이 같은 파일을 동시에 건드리지 않도록, 방금 손댄 파일의 오류는 다음 빌드 뒤에 봅니다.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오류 하나가 고쳐지는 길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457200" y="1920240"/>
            <a:ext cx="146304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8A8F8A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저장된 방법이 있나?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지식베이스에서 같은 케이스를 찾습니다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2148840" y="1005840"/>
            <a:ext cx="1463040" cy="731520"/>
          </a:xfrm>
          <a:prstGeom prst="roundRect">
            <a:avLst>
              <a:gd name="adj" fmla="val 6250"/>
            </a:avLst>
          </a:prstGeom>
          <a:solidFill>
            <a:srgbClr val="EEF3EA"/>
          </a:solidFill>
          <a:ln w="12700">
            <a:solidFill>
              <a:srgbClr val="2C5F2D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저장된 방법 적용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앞 프로젝트의 스크립트 그대로, LLM 없이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840480" y="1005840"/>
            <a:ext cx="1463040" cy="731520"/>
          </a:xfrm>
          <a:prstGeom prst="roundRect">
            <a:avLst>
              <a:gd name="adj" fmla="val 6250"/>
            </a:avLst>
          </a:prstGeom>
          <a:solidFill>
            <a:srgbClr val="2C5F2D"/>
          </a:solidFill>
          <a:ln w="12700">
            <a:solidFill>
              <a:srgbClr val="2C5F2D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해결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성공 횟수 +1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3840480" y="1920240"/>
            <a:ext cx="1463040" cy="731520"/>
          </a:xfrm>
          <a:prstGeom prst="roundRect">
            <a:avLst>
              <a:gd name="adj" fmla="val 6250"/>
            </a:avLst>
          </a:prstGeom>
          <a:solidFill>
            <a:srgbClr val="3D5A80"/>
          </a:solidFill>
          <a:ln w="12700">
            <a:solidFill>
              <a:srgbClr val="3D5A80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에게 요청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오류·파일·pom·버전 정보, 실패 이유까지 줍니다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532120" y="1920240"/>
            <a:ext cx="146304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8A8F8A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빌드로 확인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고쳐졌나? 한 케이스에 최대 3번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223760" y="1005840"/>
            <a:ext cx="1463040" cy="731520"/>
          </a:xfrm>
          <a:prstGeom prst="roundRect">
            <a:avLst>
              <a:gd name="adj" fmla="val 6250"/>
            </a:avLst>
          </a:prstGeom>
          <a:solidFill>
            <a:srgbClr val="2C5F2D"/>
          </a:solidFill>
          <a:ln w="12700">
            <a:solidFill>
              <a:srgbClr val="2C5F2D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해결하고 저장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 스크립트를 케이스 폴더에 저장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223760" y="2834640"/>
            <a:ext cx="1463040" cy="731520"/>
          </a:xfrm>
          <a:prstGeom prst="roundRect">
            <a:avLst>
              <a:gd name="adj" fmla="val 6250"/>
            </a:avLst>
          </a:prstGeom>
          <a:solidFill>
            <a:srgbClr val="E07A5F"/>
          </a:solidFill>
          <a:ln w="12700">
            <a:solidFill>
              <a:srgbClr val="E07A5F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사람에게 인계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보고서 맨 앞에 적어 넘깁니다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 flipV="1">
            <a:off x="1188720" y="1371600"/>
            <a:ext cx="0" cy="54864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88720" y="1371600"/>
            <a:ext cx="960120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13" name="Text 10"/>
          <p:cNvSpPr txBox="1"/>
          <p:nvPr/>
        </p:nvSpPr>
        <p:spPr>
          <a:xfrm>
            <a:off x="1303020" y="1545336"/>
            <a:ext cx="411480" cy="20116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있음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1920240" y="2286000"/>
            <a:ext cx="1920240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15" name="Text 12"/>
          <p:cNvSpPr txBox="1"/>
          <p:nvPr/>
        </p:nvSpPr>
        <p:spPr>
          <a:xfrm>
            <a:off x="2674620" y="2386584"/>
            <a:ext cx="411480" cy="20116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없음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3611880" y="1371600"/>
            <a:ext cx="228600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3474720" y="1088136"/>
            <a:ext cx="502920" cy="20116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고쳐짐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2880360" y="1737360"/>
            <a:ext cx="0" cy="36576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880360" y="2103120"/>
            <a:ext cx="960120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20" name="Text 17"/>
          <p:cNvSpPr txBox="1"/>
          <p:nvPr/>
        </p:nvSpPr>
        <p:spPr>
          <a:xfrm>
            <a:off x="2971800" y="1911096"/>
            <a:ext cx="548640" cy="20116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 통함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303520" y="2286000"/>
            <a:ext cx="228600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 flipV="1">
            <a:off x="6263640" y="1371600"/>
            <a:ext cx="0" cy="54864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263640" y="1371600"/>
            <a:ext cx="960120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6377940" y="1545336"/>
            <a:ext cx="502920" cy="20116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고쳐짐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6263640" y="2651760"/>
            <a:ext cx="0" cy="54864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263640" y="3200400"/>
            <a:ext cx="960120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27" name="Text 24"/>
          <p:cNvSpPr txBox="1"/>
          <p:nvPr/>
        </p:nvSpPr>
        <p:spPr>
          <a:xfrm>
            <a:off x="6377940" y="2825496"/>
            <a:ext cx="594360" cy="20116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3번 실패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5806440" y="2651760"/>
            <a:ext cx="0" cy="27432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H="1">
            <a:off x="4572000" y="2926080"/>
            <a:ext cx="1234440" cy="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flipV="1">
            <a:off x="4572000" y="2651760"/>
            <a:ext cx="0" cy="27432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31" name="Text 28"/>
          <p:cNvSpPr txBox="1"/>
          <p:nvPr/>
        </p:nvSpPr>
        <p:spPr>
          <a:xfrm>
            <a:off x="5006340" y="2825496"/>
            <a:ext cx="365760" cy="20116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다시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457200" y="356616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먼저 지식베이스를 봅니다. 다른 프로젝트에서 이미 고친 적 있는 오류면 그때의 스크립트를 그대로 써서 LLM 을 부르지 않습니다.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없거나 안 통하면 LLM 에게 오류와 관련 파일, pom.xml, 라이브러리 버전 정보를 주고 수정을 받습니다. 한 케이스에 최대 3번.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3번 해도 안 되면 그 케이스는 사람 몫입니다. 보고서 맨 앞에 무엇을 시도했는지까지 적어 넘깁니다.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고쳐졌는지는 빌드가 판정합니다</a:t>
            </a:r>
            <a:endParaRPr lang="en-US" sz="2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84048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다음 빌드 결과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뜻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그 다음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좋아짐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노리던 오류가 전부 사라졌고, 빌드가 그 단계까지 갔습니다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수정을 유지하고 지식베이스에 성공으로 기록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일부 좋아짐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일부만 사라졌고, 손댄 파일에 새 오류는 없습니다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수정을 유지하고 같은 케이스를 이어서 시도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변화 없음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오류가 그대로입니다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수정을 되돌리고 다음 방법으로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나빠짐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손댄 파일에 새 오류가 생겼거나 오류가 크게 늘었습니다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수정을 되돌리고 다시 빌드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알 수 없음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빌드가 시간 초과 등으로 끝까지 가지 못했습니다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수정을 되돌리고 다음 빌드에서 다시 판정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57200" y="38404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'오류가 안 보인다' 와 '고쳐졌다' 는 다릅니다. 앞 단계에서 빌드가 멈추면 뒤 단계의 오류는 보이지 않을 뿐이므로, 빌드가 그 단계까지 갔을 때만 해결로 셉니다. 시도 없이 사라진 오류는 같은 바퀴에서 그 파일을 고친 수정 덕분으로 기록합니다.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한 번 고친 방법은 다음 프로젝트에서 다시 씁니다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457200" y="1005840"/>
            <a:ext cx="2286000" cy="731520"/>
          </a:xfrm>
          <a:prstGeom prst="roundRect">
            <a:avLst>
              <a:gd name="adj" fmla="val 6250"/>
            </a:avLst>
          </a:prstGeom>
          <a:solidFill>
            <a:srgbClr val="EEF3EA"/>
          </a:solidFill>
          <a:ln w="12700">
            <a:solidFill>
              <a:srgbClr val="2C5F2D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1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처음 보는 오류, LLM 이 고치고 저장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2377440"/>
            <a:ext cx="2286000" cy="822960"/>
          </a:xfrm>
          <a:prstGeom prst="roundRect">
            <a:avLst>
              <a:gd name="adj" fmla="val 5556"/>
            </a:avLst>
          </a:prstGeom>
          <a:solidFill>
            <a:srgbClr val="3D5A80"/>
          </a:solidFill>
          <a:ln w="12700">
            <a:solidFill>
              <a:srgbClr val="3D5A80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사람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버전 표를 적어 주거나, 잘못 배운 케이스를 지우거나, 고치지 말라고 표시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291840" y="1600200"/>
            <a:ext cx="2560320" cy="960120"/>
          </a:xfrm>
          <a:prstGeom prst="roundRect">
            <a:avLst>
              <a:gd name="adj" fmla="val 4762"/>
            </a:avLst>
          </a:prstGeom>
          <a:solidFill>
            <a:srgbClr val="2C5F2D"/>
          </a:solidFill>
          <a:ln w="12700">
            <a:solidFill>
              <a:srgbClr val="2C5F2D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지식베이스</a:t>
            </a:r>
            <a:endParaRPr lang="en-US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케이스마다 스크립트, 성공·실패 기록, 실패 이유, 고치기 전·후 코드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0" y="1005840"/>
            <a:ext cx="2286000" cy="731520"/>
          </a:xfrm>
          <a:prstGeom prst="roundRect">
            <a:avLst>
              <a:gd name="adj" fmla="val 6250"/>
            </a:avLst>
          </a:prstGeom>
          <a:solidFill>
            <a:srgbClr val="EEF3EA"/>
          </a:solidFill>
          <a:ln w="12700">
            <a:solidFill>
              <a:srgbClr val="2C5F2D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2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오류, 저장된 스크립트로 바로 해결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400800" y="2377440"/>
            <a:ext cx="2286000" cy="822960"/>
          </a:xfrm>
          <a:prstGeom prst="roundRect">
            <a:avLst>
              <a:gd name="adj" fmla="val 5556"/>
            </a:avLst>
          </a:prstGeom>
          <a:solidFill>
            <a:srgbClr val="EEF3EA"/>
          </a:solidFill>
          <a:ln w="12700">
            <a:solidFill>
              <a:srgbClr val="2C5F2D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3 …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C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 통하면 보강해서 새 버전으로. 돌수록 LLM 호출이 줄어듭니다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743200" y="1371600"/>
            <a:ext cx="548640" cy="52578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 flipV="1">
            <a:off x="2743200" y="2263140"/>
            <a:ext cx="548640" cy="525780"/>
          </a:xfrm>
          <a:prstGeom prst="line">
            <a:avLst/>
          </a:prstGeom>
          <a:noFill/>
          <a:ln w="15875">
            <a:solidFill>
              <a:srgbClr val="4A4F4A"/>
            </a:solidFill>
            <a:prstDash val="dash"/>
            <a:tailEnd type="triangle"/>
          </a:ln>
        </p:spPr>
      </p:sp>
      <p:sp>
        <p:nvSpPr>
          <p:cNvPr id="11" name="Shape 8"/>
          <p:cNvSpPr/>
          <p:nvPr/>
        </p:nvSpPr>
        <p:spPr>
          <a:xfrm flipV="1">
            <a:off x="5852160" y="1371600"/>
            <a:ext cx="548640" cy="52578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headEnd type="triangle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5852160" y="2263140"/>
            <a:ext cx="548640" cy="525780"/>
          </a:xfrm>
          <a:prstGeom prst="line">
            <a:avLst/>
          </a:prstGeom>
          <a:noFill/>
          <a:ln w="15875">
            <a:solidFill>
              <a:srgbClr val="4A4F4A"/>
            </a:solidFill>
            <a:prstDash val="solid"/>
            <a:headEnd type="triangle"/>
            <a:tailEnd type="triangle"/>
          </a:ln>
        </p:spPr>
      </p:sp>
      <p:sp>
        <p:nvSpPr>
          <p:cNvPr id="13" name="Text 10"/>
          <p:cNvSpPr txBox="1"/>
          <p:nvPr/>
        </p:nvSpPr>
        <p:spPr>
          <a:xfrm>
            <a:off x="457200" y="3383280"/>
            <a:ext cx="8229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같은 모양의 오류는 어느 프로젝트에서 나와도 같은 케이스로 모입니다. 케이스마다 수정 스크립트와 성공·실패 횟수, 실패한 이유, 고치기 전·후 코드가 쌓입니다.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프로젝트를 순서대로 돌리면 뒤로 갈수록 LLM 을 덜 부릅니다. 끝나면 보고서 맨 앞에 사람이 확인하거나 이어서 할 일이 적혀 있습니다.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사람이 개입할 수 있습니다: 라이브러리 버전 표를 적어 주기, 잘못 배운 케이스 지우기, 고치지 말라고 표시하기.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bmig Forest">
  <a:themeElements>
    <a:clrScheme name="sbmig Forest">
      <a:dk1>
        <a:srgbClr val="1C2A1E"/>
      </a:dk1>
      <a:lt1>
        <a:srgbClr val="FFFFFF"/>
      </a:lt1>
      <a:dk2>
        <a:srgbClr val="2C5F2D"/>
      </a:dk2>
      <a:lt2>
        <a:srgbClr val="EEF3EA"/>
      </a:lt2>
      <a:accent1>
        <a:srgbClr val="2C5F2D"/>
      </a:accent1>
      <a:accent2>
        <a:srgbClr val="97BC62"/>
      </a:accent2>
      <a:accent3>
        <a:srgbClr val="E07A5F"/>
      </a:accent3>
      <a:accent4>
        <a:srgbClr val="3D5A80"/>
      </a:accent4>
      <a:accent5>
        <a:srgbClr val="F2CC8F"/>
      </a:accent5>
      <a:accent6>
        <a:srgbClr val="81B29A"/>
      </a:accent6>
      <a:hlink>
        <a:srgbClr val="2C5F2D"/>
      </a:hlink>
      <a:folHlink>
        <a:srgbClr val="97BC62"/>
      </a:folHlink>
    </a:clrScheme>
    <a:fontScheme name="sbmig Forest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마이그레이션 에이전트 흐름 안내</dc:title>
  <dc:subject>프로젝트 하나가 처리되는 흐름</dc:subject>
  <dc:creator>sbmig</dc:creator>
  <cp:lastModifiedBy>sbmig</cp:lastModifiedBy>
  <cp:revision>1</cp:revision>
  <dcterms:created xsi:type="dcterms:W3CDTF">2026-10-29T01:48:44Z</dcterms:created>
  <dcterms:modified xsi:type="dcterms:W3CDTF">2026-10-29T01:48:44Z</dcterms:modified>
</cp:coreProperties>
</file>