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1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소개" id="{52a5d126-3c28-9b81-b6cd-9be7662cbff6}">
          <p14:sldIdLst>
            <p14:sldId id="256"/>
            <p14:sldId id="257"/>
            <p14:sldId id="258"/>
            <p14:sldId id="259"/>
          </p14:sldIdLst>
        </p14:section>
        <p14:section name="동작 원리" id="{11192ae1-50a0-9583-54ad-bce593200555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회사 레이아웃" id="{e6299f83-3856-a7f7-8316-c31af9ae8a50}">
          <p14:sldIdLst>
            <p14:sldId id="267"/>
            <p14:sldId id="268"/>
            <p14:sldId id="269"/>
            <p14:sldId id="270"/>
          </p14:sldIdLst>
        </p14:section>
        <p14:section name="아키텍처" id="{e7dbcb67-8c37-c452-a849-f14ce0c6811e}">
          <p14:sldIdLst>
            <p14:sldId id="271"/>
            <p14:sldId id="272"/>
            <p14:sldId id="273"/>
            <p14:sldId id="274"/>
          </p14:sldIdLst>
        </p14:section>
        <p14:section name="운영" id="{52d99d7a-5c1a-331f-0aa9-1a958b71fcf9}">
          <p14:sldIdLst>
            <p14:sldId id="275"/>
            <p14:sldId id="276"/>
            <p14:sldId id="277"/>
            <p14:sldId id="278"/>
            <p14:sldId id="279"/>
          </p14:sldIdLst>
        </p14:section>
        <p14:section name="현황과 다음 단계" id="{b0d664ae-e0a3-a539-dddf-cf2817930aaf}">
          <p14:sldIdLst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C5F2D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2C5F2D"/>
                </a:solidFill>
                <a:latin typeface="+mn-lt"/>
              </a:rPr>
              <a:t>라운드별 오프라인 테스트 수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오프라인 테스트 수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C2A1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R6</c:v>
                  </c:pt>
                  <c:pt idx="1">
                    <c:v>R7a</c:v>
                  </c:pt>
                  <c:pt idx="2">
                    <c:v>R7b</c:v>
                  </c:pt>
                  <c:pt idx="3">
                    <c:v>R8</c:v>
                  </c:pt>
                  <c:pt idx="4">
                    <c:v>R9</c:v>
                  </c:pt>
                  <c:pt idx="5">
                    <c:v>R9b</c:v>
                  </c:pt>
                  <c:pt idx="6">
                    <c:v>R9c</c:v>
                  </c:pt>
                  <c:pt idx="7">
                    <c:v>R10 전</c:v>
                  </c:pt>
                  <c:pt idx="8">
                    <c:v>R10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917</c:v>
                </c:pt>
                <c:pt idx="1">
                  <c:v>941</c:v>
                </c:pt>
                <c:pt idx="2">
                  <c:v>991</c:v>
                </c:pt>
                <c:pt idx="3">
                  <c:v>1072</c:v>
                </c:pt>
                <c:pt idx="4">
                  <c:v>1200</c:v>
                </c:pt>
                <c:pt idx="5">
                  <c:v>1233</c:v>
                </c:pt>
                <c:pt idx="6">
                  <c:v>1295</c:v>
                </c:pt>
                <c:pt idx="7">
                  <c:v>1877</c:v>
                </c:pt>
                <c:pt idx="8">
                  <c:v>2192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C2A1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C2A1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0"/>
          <c:min val="0"/>
        </c:scaling>
        <c:delete val="0"/>
        <c:axPos val="l"/>
        <c:majorGridlines>
          <c:spPr>
            <a:ln w="6350" cap="flat">
              <a:solidFill>
                <a:srgbClr val="E3E7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8F8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발표는 docs/handbook의 한국어 핸드북 9편과 sbmig-reference.xlsx(표 레퍼런스)를 요약합니다. 세부는 각 문서 번호를 참고하십시오.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범위는 '패키징 + 빌드 통과'입니다. 런타임 오류는 as-is 담당자의 몫이며, 리포트의 Handover가 그 인수인계 문서입니다.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실패 원인이 설계 전체를 결정했습니다: 결정적 계획과 빌드 게이트.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불변식은 CLAUDE.md에 명문화되어 있고 라운드마다 테스트로 지켜집니다.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상세: 01-pipeline.md. MSA는 jdk21/spring 단계를 서비스마다 반복합니다(@service).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상세: 04-triage-and-loop.md. 루프의 모든 시도는 ledger.jsonl에 남습니다.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sbmig/triage/decide.py의 순서 그대로입니다. 결정 사유(rationale)는 journal의 decision 이벤트에 남습니다.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32종과 트리거는 엑셀 '핸들러' 시트, 설명은 04 문서 5장. 선제(pre-emptive) 핸들러는 첫 빌드 전에 프로필만 보고 미리 돌아 빌드 1회를 아낍니다. round 10: jdk-base64-shim, remove-tools-jar, boot4-type-relocation-sweep, security-path-pattern-matcher, spring-data-specification-unrestricted.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회사 게이트웨이(provider company): requests.post(LLM_BASE_URL, Bearer, {model, messages, need_origin}). 키는 .env에서만 읽고 어디에도 쓰지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kb/는 파일만으로 이루어진 학습 자산입니다. 복사하면 공유·백업이 끝납니다. 상세: 02-workflows.md 6장, 05 문서.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규칙 출처: 사용자 지정(2026-10-21). 상세와 케이스별 before/after: 06-restructure-and-layouts.md.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boot_pom 모드. 이전 사내 도구로 이미 마이그레이션된 프로젝트(외부 역할 부모 1.0.0)도 같은 경로로 4.0.0 부모로 옮깁니다.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항목은 결정적이며 결과는 RestructureResult와 리포트 'What we changed'에 남습니다.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상세: 03-architecture.md 2장. 모든 패키지는 sbmig/ 아래에 있고 core의 모델·설정·인터페이스만 공유합니다.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loop.engine: graph(기본) | inline — 두 엔진의 리포트는 테스트로 동일함을 보장합니다. 한 번에 한 실행만 돌고 나머지는 queued.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상세: 08-config-reference.md. 엑셀 '설정키' 시트에 212개 키 전체가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회사 PC는 Windows·망분리라 로그를 손으로 옮겨 적습니다. 그래서 진단은 '세 줄'로 끝나게 설계했습니다. 상세: 09-operations.md 4장.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500개를 순차로 돌리는 동안 인프라 장애가 프로젝트 실패로 쌓이지 않게 합니다. 상세: 09-operations.md 3.4절(한 줄 결과), 6.6절(인프라 문제), 7절(플릿).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report.md와 report.json은 같은 내용입니다. exit code: 0 성공·blocked 없음, 2 blocked/미해결 있음, 3 중단.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모두 같은 날 수정되어 main에 반영되었고 테스트가 추가되었습니다. FAQ: 09-operations.md 9장.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오프라인 테스트는 Python만으로 약 3분, e2e는 JDK 21 + Maven + Maven Central 접근이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결정은 회사 몫이며, 각 항목은 CLAUDE.md 'Known follow-ups'에 적혀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제출물: docs/handbook/ 의 마크다운 9편 + 이 PPT + sbmig-reference.xlsx.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C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8A"/>
                </a:solidFill>
              </a:rPr>
              <a:t>sbmig 핸드북 · 2026-10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sbmig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JDK 21 · Spring Boot 4.1 마이그레이션 에이전트 — 설계, 동작 원리, 운영 안내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2026년 10월 · 사내 Maven 프로젝트 약 500개 대상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무엇을, 어디까지 하는가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사내 Maven 프로젝트를 JDK 21 + Spring Boot 4.1로 옮기고, 회사 표준 레이아웃·사내 부모 pom(4.0.0)으로 재구성한 뒤, mvn clean package가 통과하는 상태로 넘깁니다.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874520"/>
            <a:ext cx="1554480" cy="1143000"/>
          </a:xfrm>
          <a:prstGeom prst="roundRect">
            <a:avLst>
              <a:gd name="adj" fmla="val 6400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94360" y="1965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pure_java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3317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순수 Java 라이브러리/배치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139696" y="1874520"/>
            <a:ext cx="1554480" cy="1143000"/>
          </a:xfrm>
          <a:prstGeom prst="roundRect">
            <a:avLst>
              <a:gd name="adj" fmla="val 6400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2276856" y="1965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spring_legacy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2276856" y="23317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Spring Framework 4/5 (XML·war)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822192" y="1874520"/>
            <a:ext cx="1554480" cy="1143000"/>
          </a:xfrm>
          <a:prstGeom prst="roundRect">
            <a:avLst>
              <a:gd name="adj" fmla="val 6400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959352" y="1965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spring_boot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3959352" y="23317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Spring Boot 2/3 (단일·멀티모듈)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04688" y="1874520"/>
            <a:ext cx="1554480" cy="1143000"/>
          </a:xfrm>
          <a:prstGeom prst="roundRect">
            <a:avLst>
              <a:gd name="adj" fmla="val 6400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641848" y="1965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servlet_tomcat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5641848" y="23317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서블릿·JSP 전용 Tomcat 앱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187184" y="1874520"/>
            <a:ext cx="1554480" cy="1143000"/>
          </a:xfrm>
          <a:prstGeom prst="roundRect">
            <a:avLst>
              <a:gd name="adj" fmla="val 6400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324344" y="1965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msa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7324344" y="23317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배포 단위가 여럿인 서비스 묶음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32461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594360" y="3337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범위 안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94360" y="37033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pom·소스 변환(OpenRewrite 레시피 + 결정적 핸들러 + LLM 잔여 수정)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회사 레이아웃 재구성, 사내 부모·필수/선택 아티팩트 적용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최종 mvn clean package + 인수인계 리포트(Handover)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663440" y="32461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BEAE5"/>
          </a:solidFill>
          <a:ln w="9525">
            <a:solidFill>
              <a:srgbClr val="FBEAE5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4800600" y="3337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범위 밖 (as-is 담당자)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4800600" y="37033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런타임 동작 검증, 외부화 설정 값 채우기(__SET_ME__)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EOL 라이브러리의 코드 수준 교체(어드바이저리로 안내만)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Nexus에 없는 아티팩트 프록시 등록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이전 에이전트의 실패, sbmig의 설계 응답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BEAE5"/>
          </a:solidFill>
          <a:ln w="9525">
            <a:solidFill>
              <a:srgbClr val="FBEAE5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9436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실패 1 — LLM이 빌드 없이 "끝났다"고 보고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544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수정 LLM이 파일을 고치고 성공을 선언했지만 실제 빌드는 깨져 있었습니다. 검증 없는 자기 보고.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663440" y="10972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80060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sbmig — 빌드 게이트 (불변식 1)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5544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모든 수정은 재빌드로만 판정합니다(verdict). 단계는 BUILD SUCCESS일 때만 닫히고, 실행 끝에는 반드시 mvn clean package를 한 번 더 돌려 못 푼 에러를 리포트에 적습니다.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283464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BEAE5"/>
          </a:solidFill>
          <a:ln w="9525">
            <a:solidFill>
              <a:srgbClr val="FBEAE5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94360" y="29260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실패 2 — 작은 LLM의 레시피 선택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32918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어떤 OpenRewrite 레시피를 쓸지 LLM이 골랐고, 선택이 약하거나 틀렸습니다.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663440" y="283464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800600" y="29260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sbmig — 결정적 계획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800600" y="32918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코드가 프로젝트를 분석(케이스·라이브러리·JDK)해 규칙으로 레시피 세트와 단계를 정합니다. 레시피 id는 catalog.yml 한 곳에서 관리하고 드리프트는 테스트로 막습니다. LLM은 결정적 핸들러와 지식 베이스가 못 푸는 잔여 에러에만, 마지막 순서로 투입됩니다.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설계 원칙과 불변식 6가지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9436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1  빌드 게이트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54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BUILD SUCCESS로만 단계가 끝남. 실행은 항상 최종 clean package + 미해결 목록으로 종료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663440" y="10972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80060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2  회사 특이사항은 설정·지식 YAML에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554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좌표, 레이아웃, 레시피, 어드바이저리는 config/·knowledge/. 파이썬 코드에 회사 값 없음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2860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94360" y="2377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3  파일 기반 지식 베이스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2743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kb/는 jsonl·json·yml 파일. DB 금지 — 복사만으로 공유·백업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63440" y="22860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800600" y="2377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4  안정된 플러그인 심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4800600" y="2743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LLMRequest/LLMResponse, FixerLike, sbmig.api.migrate(...)는 바뀌지 않음 — 사내 게이트웨이·에이전트 프레임워크가 여기에 꽂힘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4747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94360" y="35661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5  레시피 id 단일 출처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594360" y="3931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knowledge/recipes/catalog.yml. sbmig recipes check + 스냅샷 테스트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663440" y="34747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4800600" y="35661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6  산출물은 out/ 아래에만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800600" y="3931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테스트·데모가 저장소의 kb/를 더럽히지 않음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동작 원리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파이프라인 · 빌드-수정 루프 · 트리아지 결정 사다리 · 지식 축적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파이프라인: 7단계, 각 단계는 빌드로 닫힌다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987552" cy="960120"/>
          </a:xfrm>
          <a:prstGeom prst="roundRect">
            <a:avLst>
              <a:gd name="adj" fmla="val 7619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179576"/>
            <a:ext cx="987552" cy="4608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intake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93776" y="1623060"/>
            <a:ext cx="9144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zip 해제 · git 스냅샷 · preflight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472184" y="1540764"/>
            <a:ext cx="164592" cy="164592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64208" y="1143000"/>
            <a:ext cx="987552" cy="960120"/>
          </a:xfrm>
          <a:prstGeom prst="roundRect">
            <a:avLst>
              <a:gd name="adj" fmla="val 7619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664208" y="1179576"/>
            <a:ext cx="987552" cy="4608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analyze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700784" y="1623060"/>
            <a:ext cx="9144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pom·소스 스캔 → profile.json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679192" y="1540764"/>
            <a:ext cx="164592" cy="164592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71216" y="1143000"/>
            <a:ext cx="987552" cy="960120"/>
          </a:xfrm>
          <a:prstGeom prst="roundRect">
            <a:avLst>
              <a:gd name="adj" fmla="val 7619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871216" y="1179576"/>
            <a:ext cx="987552" cy="4608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plan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2907792" y="1623060"/>
            <a:ext cx="9144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케이스별 레시피·스텝 → plan.json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886200" y="1540764"/>
            <a:ext cx="164592" cy="164592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78224" y="1143000"/>
            <a:ext cx="987552" cy="960120"/>
          </a:xfrm>
          <a:prstGeom prst="roundRect">
            <a:avLst>
              <a:gd name="adj" fmla="val 7619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078224" y="1179576"/>
            <a:ext cx="987552" cy="4608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jdk21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4114800" y="1623060"/>
            <a:ext cx="9144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UpgradeToJava21 + 수정 루프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093208" y="1540764"/>
            <a:ext cx="164592" cy="164592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285232" y="1143000"/>
            <a:ext cx="987552" cy="960120"/>
          </a:xfrm>
          <a:prstGeom prst="roundRect">
            <a:avLst>
              <a:gd name="adj" fmla="val 7619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85232" y="1179576"/>
            <a:ext cx="987552" cy="4608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spring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5321808" y="1623060"/>
            <a:ext cx="9144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Boot 4 / jakarta 레시피 + 루프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300216" y="1540764"/>
            <a:ext cx="164592" cy="164592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92240" y="1143000"/>
            <a:ext cx="987552" cy="960120"/>
          </a:xfrm>
          <a:prstGeom prst="roundRect">
            <a:avLst>
              <a:gd name="adj" fmla="val 7619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92240" y="1179576"/>
            <a:ext cx="987552" cy="4608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restructure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6528816" y="1623060"/>
            <a:ext cx="9144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회사 레이아웃·부모 적용 + 루프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507224" y="1540764"/>
            <a:ext cx="164592" cy="164592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699248" y="1143000"/>
            <a:ext cx="987552" cy="960120"/>
          </a:xfrm>
          <a:prstGeom prst="roundRect">
            <a:avLst>
              <a:gd name="adj" fmla="val 7619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699248" y="1179576"/>
            <a:ext cx="987552" cy="4608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verify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7735824" y="1623060"/>
            <a:ext cx="9144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mvn clean package → report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103120"/>
                <a:gridCol w="210312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게이트 빌드 목표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투입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주요 산출물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jdk21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mvn compile (최대 3회 반복)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잔여 컴파일 에러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logs/NNN-rewrite-jdk21.rewrite.log, 빌드 로그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mvn test-compile (최대 6회)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잔여 에러 (lombok, jakarta API …)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spring.optional_bump(사내 선택 아티팩트 버전) 포함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restructure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mvn package (최대 6회)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부모 교체 후 잔여 에러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{name}-boot/-back/-front, __SET_ME__ 플레이스홀더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mvn clean package 1회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 — 결과만 기록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report.md/json, changes.patch, result.zip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 28"/>
          <p:cNvSpPr txBox="1"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회사 설정은 plan.parent_phase: spring — 사내 부모를 Boot 레시피 직후(spring 루프 전)에 적용해 루프가 처음부터 사내 부모 체인 기준으로 고치게 합니다. 중단(stop)은 그래프 노드 사이에서만 걸리고, verify 전 중단은 '최종 빌드 없이 중단됨'으로 보고합니다.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빌드-수정 루프: 고치고, 다시 빌드하고, 판정한다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179576"/>
            <a:ext cx="11887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빌드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93776" y="1600200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mvn &lt;goal&gt;, 하트비트 60초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673352" y="1517904"/>
            <a:ext cx="164592" cy="164592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65376" y="114300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865376" y="1179576"/>
            <a:ext cx="11887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로그 파싱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901952" y="1600200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ErrorKind 11종, javac 연속행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081528" y="1517904"/>
            <a:ext cx="164592" cy="164592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73552" y="114300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73552" y="1179576"/>
            <a:ext cx="11887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시그니처·클러스터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3310128" y="1600200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L1/L2, 파일 단위 묶음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489704" y="1517904"/>
            <a:ext cx="164592" cy="164592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81728" y="114300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81728" y="1179576"/>
            <a:ext cx="11887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결정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4718304" y="1600200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핸들러 &gt; KB &gt; blocked &gt; LLM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897880" y="1517904"/>
            <a:ext cx="164592" cy="164592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89904" y="114300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089904" y="1179576"/>
            <a:ext cx="11887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적용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6126480" y="1600200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git 커밋 (시도별)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306056" y="1517904"/>
            <a:ext cx="164592" cy="164592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498080" y="114300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98080" y="1179576"/>
            <a:ext cx="11887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재빌드 = 판정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7534656" y="1600200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해결/부분/실패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" y="228600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594360" y="23774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반복 한도와 예산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94360" y="2743200"/>
            <a:ext cx="2377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단계별 max_iterations (3 / 6 / 6)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클러스터별 LLM 시도 상한: 같은 클러스터의 채점된 실패만 셈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쿨다운 1회 후 'LLM unavailable', 같은 HTTP 400 ×2 → llm-config-error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'안 보임'은 해결 아님: partial / inconclusive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246120" y="228600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3383280" y="23774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stall level (같은 에러가 반복될 때)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3383280" y="2743200"/>
            <a:ext cx="2377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레벨이 오를수록 더 넓은 문맥·피드백 라운드·상위 모델(LLM_ESCALATION_MODEL)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그래도 안 되면 escalate — 무한 루프 없음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blocked 레지스트리: 한 번 blocked면 다른 단계에서도 재시도 안 함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035040" y="228600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6172200" y="23774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운영자가 보는 것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6172200" y="2743200"/>
            <a:ext cx="2377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[spring it2] cluster compile:… — asking the LLM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first error: &lt;원문 한 줄&gt;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LLM answered — N change(s) in &lt;files&gt; — &lt;verdict&gt;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fix loop quiet for Ns since '&lt;milestone&gt;' (워치독)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트리아지 결정 사다리: LLM은 마지막이다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548640" cy="603504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097280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1097280" y="1097280"/>
            <a:ext cx="7589520" cy="603504"/>
          </a:xfrm>
          <a:prstGeom prst="roundRect">
            <a:avLst>
              <a:gd name="adj" fmla="val 12121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234440" y="11704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HANDLER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743200" y="1152144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결정적 핸들러 32종. 에러 문구(트리거) + 프로필 조건. 0 LLM. (사람이 pin한 케이스 동작이 그보다 먼저)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810512"/>
            <a:ext cx="548640" cy="603504"/>
          </a:xfrm>
          <a:prstGeom prst="roundRect">
            <a:avLst>
              <a:gd name="adj" fmla="val 13333"/>
            </a:avLst>
          </a:prstGeom>
          <a:solidFill>
            <a:srgbClr val="3F7A41"/>
          </a:solidFill>
          <a:ln w="9525">
            <a:solidFill>
              <a:srgbClr val="3F7A4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1810512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097280" y="1810512"/>
            <a:ext cx="7589520" cy="603504"/>
          </a:xfrm>
          <a:prstGeom prst="roundRect">
            <a:avLst>
              <a:gd name="adj" fmla="val 12121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234440" y="188366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KB_RECIPE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743200" y="1865376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지식 베이스가 승격한 OpenRewrite 레시피를 실행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523744"/>
            <a:ext cx="548640" cy="603504"/>
          </a:xfrm>
          <a:prstGeom prst="roundRect">
            <a:avLst>
              <a:gd name="adj" fmla="val 13333"/>
            </a:avLst>
          </a:prstGeom>
          <a:solidFill>
            <a:srgbClr val="5A9460"/>
          </a:solidFill>
          <a:ln w="9525">
            <a:solidFill>
              <a:srgbClr val="5A946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2523744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1097280" y="2523744"/>
            <a:ext cx="7589520" cy="603504"/>
          </a:xfrm>
          <a:prstGeom prst="roundRect">
            <a:avLst>
              <a:gd name="adj" fmla="val 12121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234440" y="259689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KB_PATCH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743200" y="2578608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이전 프로젝트에서 성공한 패치를 재생 (LLM 없이)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236976"/>
            <a:ext cx="548640" cy="603504"/>
          </a:xfrm>
          <a:prstGeom prst="roundRect">
            <a:avLst>
              <a:gd name="adj" fmla="val 13333"/>
            </a:avLst>
          </a:prstGeom>
          <a:solidFill>
            <a:srgbClr val="E07A5F"/>
          </a:solidFill>
          <a:ln w="9525">
            <a:solidFill>
              <a:srgbClr val="E07A5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3236976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1097280" y="3236976"/>
            <a:ext cx="7589520" cy="603504"/>
          </a:xfrm>
          <a:prstGeom prst="roundRect">
            <a:avLst>
              <a:gd name="adj" fmla="val 12121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234440" y="33101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blocked 판정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2743200" y="3291840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프로젝트 안에서 못 푸는 문제(외부 jar의 javax API, Nexus에 없는 아티팩트) → 즉시 리포트, 0 LLM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950208"/>
            <a:ext cx="548640" cy="603504"/>
          </a:xfrm>
          <a:prstGeom prst="roundRect">
            <a:avLst>
              <a:gd name="adj" fmla="val 13333"/>
            </a:avLst>
          </a:prstGeom>
          <a:solidFill>
            <a:srgbClr val="3D5A80"/>
          </a:solidFill>
          <a:ln w="9525">
            <a:solidFill>
              <a:srgbClr val="3D5A8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3950208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1097280" y="3950208"/>
            <a:ext cx="7589520" cy="603504"/>
          </a:xfrm>
          <a:prstGeom prst="roundRect">
            <a:avLst>
              <a:gd name="adj" fmla="val 12121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234440" y="4023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LLM_FIX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2743200" y="4005072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잔여 에러만. 프롬프트 = 에러 클러스터 + 파일 발췌 + 가까운 pom + 지식 노트 + 어드바이저리 힌트. 재빌드로만 판정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결정적 핸들러: 반복되는 문제는 코드가 푼다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515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32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783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결정적 핸들러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1920240" y="10515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0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1920240" y="1783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LLM 호출 (핸들러 경로)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3566160" y="10972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핸들러는 두 방식으로 움직입니다. 선제: 분석 프로필에서 조건이 보이면 첫 빌드 전에 적용. 반응형: 빌드 에러 문구가 트리거 정규식에 맞으면 적용. 두 경우 모두 다음 빌드가 판정합니다.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65176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핸들러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언제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무엇을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lombok-version-floor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IllegalAccessError … LombokProcessor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lombok 버전 하한, 프로세서 경로 고정, 상속된 annotationProcessorPaths override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maven-compiler-plugin-floor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항상(선제) / invalid target release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컴파일러 플러그인 ≥ 3.13, &lt;release&gt;21&lt;/release&gt;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jstl-to-jakarta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javax JSTL 선언 / 버전 누락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jakarta JSTL(Boot 관리 버전)로 교체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resources-binary-filtering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MalformedInputException (웹폰트 등)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nonFilteredFileExtensions 추가 — 필터링은 그대로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carry-over-managed-version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부모 교체 후 version missing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as-is effective pom에서 잡아둔 버전을 명시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source-encoding / strip-utf8-bom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항상(선제)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MS949/EUC-KR 소스 인코딩 설정, BOM 제거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strip-pom-repositories (opt-in)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build.pom_repositories: remove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pom의 &lt;repositories&gt; 제거 (Nexus 미러 전제)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LLM 수정: 하는 일과 하지 않는 일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9436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프롬프트에 들어가는 것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54480"/>
            <a:ext cx="37490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에러 클러스터(원문 + 시그니처)와 실패한 파일의 발췌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가장 가까운 pom.xml (nearest_pom)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키워드로 고른 지식 노트(knowledge/notes: boot3-to-4, jakarta, jdk21 …)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어드바이저리 힌트(예: hystrix → Resilience4j 전환 지침)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merge 충돌로 버려진 사본 등 읽기 전용 참고 파일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&lt;need_grep&gt;로 추가 문맥 요청 가능 — 3000 파일 / 512 KB / 45초 한도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응답 = 파일별 변경 제안 → 적용 → 재빌드가 판정 → 피드백 라운드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663440" y="109728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EAF0F6"/>
          </a:solidFill>
          <a:ln w="9525">
            <a:solidFill>
              <a:srgbClr val="EAF0F6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80060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지키는 선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554480"/>
            <a:ext cx="37490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빌드 없이는 성공이 없음 — 판정은 재빌드뿐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아티팩트 버전을 '지어내지' 않음: 모르는 아티팩트는 blocked(X3)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Nexus에 없는 것, 외부 jar 내부는 손대지 않음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content-filter 응답 = 그 요청의 거절로 기록 (장애 아님)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호출마다 벽시계 하드 데드라인(timeout + 30초), 30초 하트비트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역할 모델 분리: LLM_MODEL(수정) · LLM_RECIPE_MODEL · LLM_ESCALATION_MODEL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모든 요청/응답 기록(llm.record_dir), 키는 로그에 절대 없음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지식 축적: 500개를 순차로 돌릴수록 LLM이 덜 필요해진다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1470355" cy="1005840"/>
          </a:xfrm>
          <a:prstGeom prst="roundRect">
            <a:avLst>
              <a:gd name="adj" fmla="val 7273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179576"/>
            <a:ext cx="1470355" cy="48280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실행 중 시도 기록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93776" y="1645920"/>
            <a:ext cx="139720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ledger.jsonl: 시그니처 → 수정 라벨 → 결과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954987" y="1563624"/>
            <a:ext cx="164592" cy="164592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147011" y="1143000"/>
            <a:ext cx="1470355" cy="1005840"/>
          </a:xfrm>
          <a:prstGeom prst="roundRect">
            <a:avLst>
              <a:gd name="adj" fmla="val 7273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147011" y="1179576"/>
            <a:ext cx="1470355" cy="48280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harvest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2183587" y="1645920"/>
            <a:ext cx="139720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성공 사례 → kb/cases, symbols.json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644798" y="1563624"/>
            <a:ext cx="164592" cy="164592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36822" y="1143000"/>
            <a:ext cx="1470355" cy="1005840"/>
          </a:xfrm>
          <a:prstGeom prst="roundRect">
            <a:avLst>
              <a:gd name="adj" fmla="val 7273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36822" y="1179576"/>
            <a:ext cx="1470355" cy="48280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레시피 후보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3873398" y="1645920"/>
            <a:ext cx="139720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kb/recipes/candidates (예: ChangeMethodName)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334610" y="1563624"/>
            <a:ext cx="164592" cy="164592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526634" y="1143000"/>
            <a:ext cx="1470355" cy="1005840"/>
          </a:xfrm>
          <a:prstGeom prst="roundRect">
            <a:avLst>
              <a:gd name="adj" fmla="val 7273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526634" y="1179576"/>
            <a:ext cx="1470355" cy="48280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사람 검토 · 승격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563210" y="1645920"/>
            <a:ext cx="139720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sbmig kb promote → active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024421" y="1563624"/>
            <a:ext cx="164592" cy="164592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16445" y="1143000"/>
            <a:ext cx="1470355" cy="1005840"/>
          </a:xfrm>
          <a:prstGeom prst="roundRect">
            <a:avLst>
              <a:gd name="adj" fmla="val 7273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216445" y="1179576"/>
            <a:ext cx="1470355" cy="48280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다음 프로젝트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7253021" y="1645920"/>
            <a:ext cx="139720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KB_PATCH 재생 / active 레시피 자동 포함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2377440"/>
            <a:ext cx="2651760" cy="2240280"/>
          </a:xfrm>
          <a:prstGeom prst="roundRect">
            <a:avLst>
              <a:gd name="adj" fmla="val 3265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594360" y="24688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KB 매칭이 하는 일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94360" y="283464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같은 L1 시그니처 → 성공 패치 재생(LLM 0회)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L2 일반 시그니처 → 힌트·레시피 후보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빌드 없는 성공은 절대 기록되지 않음(no KB credit without a build)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246120" y="2377440"/>
            <a:ext cx="2651760" cy="2240280"/>
          </a:xfrm>
          <a:prstGeom prst="roundRect">
            <a:avLst>
              <a:gd name="adj" fmla="val 3265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3383280" y="24688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수정 라벨(fix label)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3383280" y="283464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수정이 '어떤 종류'였는지 결정적으로 분류: method-rename, generic-rewrite …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라벨이 레시피 승격의 단위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단순 공백 수정은 generic-rewrite로 걸러짐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035040" y="2377440"/>
            <a:ext cx="2651760" cy="2240280"/>
          </a:xfrm>
          <a:prstGeom prst="roundRect">
            <a:avLst>
              <a:gd name="adj" fmla="val 3265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172200" y="24688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플릿 데모 결과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172200" y="283464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5개 프로젝트 순차 실행에 LLM 호출 총 1회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첫 프로젝트에서 배운 ChangeMethodName 후보가 뒤 4개에 적용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ledger가 플릿 요약(summary)의 근거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회사 레이아웃과 재구성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{name}-boot · {name}-back · {name}-front, 사내 부모 3종(4.0.0), Boot as-is는 디렉터리 유지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Boot가 아닌 프로젝트: 세 모듈로 분리한다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as-is (Spring Framework war 예)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71600"/>
            <a:ext cx="3840480" cy="2011680"/>
          </a:xfrm>
          <a:prstGeom prst="rect">
            <a:avLst/>
          </a:prstGeom>
          <a:solidFill>
            <a:srgbClr val="EEF3EA"/>
          </a:solidFill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pom.xml            (war, 외부 부모 없음)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src/main/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java/.../web/HomeController.java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java/.../service/GreetingService.java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resources/applicationContext.xml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webapp/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├─ index.html, css/, js/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└─ WEB-INF/web.xml, jsp/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389120" y="2148840"/>
            <a:ext cx="365760" cy="365760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4632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to-be (회사 레이아웃)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1371600"/>
            <a:ext cx="3840480" cy="2011680"/>
          </a:xfrm>
          <a:prstGeom prst="rect">
            <a:avLst/>
          </a:prstGeom>
          <a:solidFill>
            <a:srgbClr val="EEF3EA"/>
          </a:solidFill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pom.xml      parent=xxx-parent 4.0.0 (pom, 필수 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shop-boot/   parent=xxx-boot-jar  - Boot 설정만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Application.java, application.properties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shop-back/   parent=xxx-comp-jar  - 모든 소스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shop-front/  parent=xxx-comp-jar  - 웹 리소스 있을 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resources/static/…, META-INF/…/WEB-INF/jsp/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56616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{name} = 루트 artifactId. 루트는 집계(aggregator) pom이며 필수 의존성 2개는 모든 루트 pom에 들어갑니다(artifacts.mandatory_target: root).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JSP가 있으면 boot 모듈은 WAR(외부 Tomcat), front는 jar — Servlet 3 규칙(META-INF/resources). JSP가 없으면 실행 가능 jar.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사내 선택 아티팩트 8개는 이미 쓰고 있을 때만 4.0.0으로 올립니다. 새 부모가 관리하는 버전은 pom에서 제거합니다(drop_managed_versions).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Boot as-is / MSA: 디렉터리는 그대로, pom만 바꾼다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743200"/>
                <a:gridCol w="164592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판별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새 부모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그 밖의 처리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루트 pom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집계 pom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xxx-parent 4.0.0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필수 의존성 2개, &lt;relativePath/&gt;, 관리 버전 정리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*-boot 모듈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이름 패턴 + pom이 Boot 앱인지 확인(이중 검사, 경고)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xxx-boot-jar 4.0.0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spring-boot-maven-plugin repackage 유지, loaderImplementation=CLASSIC 제거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그 외 모듈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라이브러리·서비스 모듈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xxx-comp-jar 4.0.0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repackage 금지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단일 모듈 Boot 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모듈 없음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루트 xxx-parent + {name}-boot로 감쌈(wrap)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소스는 {name}-boot로 이동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30632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594360" y="3154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MSA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94360" y="35204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서비스마다 jdk21/spring 단계 반복(@service), 부모·필수·선택은 서비스별 동일 규칙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외부화 설정 인벤토리도 서비스별(PropertyFinding.service)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디렉터리 구조 불변 — pom-only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663440" y="30632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4800600" y="3154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멀티모듈(비 Boot) merge 정책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800600" y="35204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as-is boot-jar 모듈은 유지, 나머지 모듈 + 루트 src/는 comp 모듈로 접음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같은 FQCN 충돌은 first-wins, 버려진 사본은 merge-conflicts/에 보관하고 LLM 참고·Handover에 기록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merge_collision: fail로 엄격 모드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재구성이 함께 처리하는 것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94360" y="11887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역할 부모 3종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54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루트 xxx-parent, boot xxx-boot-jar, 그 외 xxx-comp-jar. 키 기반 매칭 — 실제 좌표는 config/artifacts.yml에만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246120" y="109728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3383280" y="11887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필수 2 · 선택 8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1554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필수는 모든 루트 pom에 추가, 선택은 사용 중일 때만 4.0.0으로 bump(spring.optional_bump)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35040" y="109728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172200" y="11887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관리 버전 정리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1554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as-is effective pom과 새 부모 체인의 effective pom을 두 번 캡처 — 부모가 관리하는 버전은 제거, 잃어버린 버전은 carry-over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28803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594360" y="29718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외부화 설정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코드가 읽지만 어디에도 정의되지 않은 키 → boot 모듈 application.properties에 __SET_ME__ + Handover 목록 (JNDI → spring.datasource.*)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46120" y="28803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3383280" y="29718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JSP · 웹 리소스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338328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static → resources/static, JSP → META-INF/resources/WEB-INF/jsp, SpringBootServletInitializer, tomcat/jasper provided, JSTL은 Boot 관리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035040" y="28803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6172200" y="29718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실패 보고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617220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재구성이 실패하면 성공으로 위장하지 않음: flag restructure-failed, exit 2, verify는 그래도 실행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아키텍처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패키지 지도 · 실행 엔진(LangGraph) · 웹 UI(FastAPI/uvicorn) · 설정 계층 · 플러그인 심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패키지 지도: 데이터는 왼쪽에서 오른쪽으로 흐른다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core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0876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models · config · interfaces · workspace(git) · diag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663440" y="10972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3F7A41"/>
          </a:solidFill>
          <a:ln w="9525">
            <a:solidFill>
              <a:srgbClr val="3F7A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analyze · plan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50876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pom/소스 스캔, 케이스 판정, 라이브러리 규칙, 외부화 설정 인벤토리 → 결정적 플랜, 선제 핸들러 선택, 레시피 카탈로그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22860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5A9460"/>
          </a:solidFill>
          <a:ln w="9525">
            <a:solidFill>
              <a:srgbClr val="5A946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23591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rewrite · build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269748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레시피 합성(compose)과 rewrite-maven-plugin 실행 · Maven 실행, 로그 파서, 시그니처, effective pom, classpath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63440" y="22860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3D5A80"/>
          </a:solidFill>
          <a:ln w="9525">
            <a:solidFill>
              <a:srgbClr val="3D5A8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00600" y="23591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triage · fix · loop · kb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800600" y="269748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클러스터·결정·blocked 판정·핸들러 · LLM 수정기(프롬프트, 적용) · 오케스트레이터와 빌드-수정 루프, 예산 · 파일 KB, ledger, harvest, 라벨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" y="34747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6B8FB5"/>
          </a:solidFill>
          <a:ln w="9525">
            <a:solidFill>
              <a:srgbClr val="6B8FB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3547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restructure · advisory · report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" y="388620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레이아웃 재구성, pom 편집기, 템플릿 · 어드바이저리 평가와 힌트 · report.md/json, Handover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63440" y="34747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8A8F8A"/>
          </a:solidFill>
          <a:ln w="9525">
            <a:solidFill>
              <a:srgbClr val="8A8F8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3547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graph · web · fleet · cli · api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800600" y="388620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LangGraph StateGraph 엔진 · FastAPI + SSE 웹 UI · 순차 플릿 · typer CLI · sbmig.api.migrate()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실행 환경: LangGraph + uvicorn (회사 규약)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1470355" cy="822960"/>
          </a:xfrm>
          <a:prstGeom prst="roundRect">
            <a:avLst>
              <a:gd name="adj" fmla="val 8889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133856"/>
            <a:ext cx="1470355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intake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954987" y="1426464"/>
            <a:ext cx="164592" cy="164592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147011" y="1097280"/>
            <a:ext cx="1470355" cy="822960"/>
          </a:xfrm>
          <a:prstGeom prst="roundRect">
            <a:avLst>
              <a:gd name="adj" fmla="val 8889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147011" y="1133856"/>
            <a:ext cx="1470355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analyze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44798" y="1426464"/>
            <a:ext cx="164592" cy="164592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36822" y="1097280"/>
            <a:ext cx="1470355" cy="822960"/>
          </a:xfrm>
          <a:prstGeom prst="roundRect">
            <a:avLst>
              <a:gd name="adj" fmla="val 8889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36822" y="1133856"/>
            <a:ext cx="1470355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plan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334610" y="1426464"/>
            <a:ext cx="164592" cy="164592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26634" y="1097280"/>
            <a:ext cx="1470355" cy="822960"/>
          </a:xfrm>
          <a:prstGeom prst="roundRect">
            <a:avLst>
              <a:gd name="adj" fmla="val 8889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26634" y="1133856"/>
            <a:ext cx="1470355" cy="39502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phase ×N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563210" y="1508760"/>
            <a:ext cx="1397203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jdk21 · spring · restructure · verify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024421" y="1426464"/>
            <a:ext cx="164592" cy="164592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16445" y="1097280"/>
            <a:ext cx="1470355" cy="822960"/>
          </a:xfrm>
          <a:prstGeom prst="roundRect">
            <a:avLst>
              <a:gd name="adj" fmla="val 8889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16445" y="1133856"/>
            <a:ext cx="1470355" cy="39502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finalize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253021" y="1508760"/>
            <a:ext cx="1397203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report · zip · patch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1965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chemeClr val="tx1"/>
                </a:solidFill>
              </a:rPr>
              <a:t>LangGraph StateGraph 노드 (sbmig/graph/engine.py) — 중단(stop)은 노드 사이에서만 반영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" y="2377440"/>
            <a:ext cx="4023360" cy="2240280"/>
          </a:xfrm>
          <a:prstGeom prst="roundRect">
            <a:avLst>
              <a:gd name="adj" fmla="val 3265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594360" y="2468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웹 UI (sbmig serve / uvicorn sbmig.web.app:app)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94360" y="283464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업로드 → queued → running → finished, 실행당 워커 스레드 1개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SSE 이벤트: node · journal · log · report (시각순 병합)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실행별 sbmig.log(스레드 필터), result.zip·report 다운로드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/api/threads: 모든 스레드 스택 (Windows 진단용), 종료 목록 정리(max_finished_runs)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663440" y="2377440"/>
            <a:ext cx="4023360" cy="2240280"/>
          </a:xfrm>
          <a:prstGeom prst="roundRect">
            <a:avLst>
              <a:gd name="adj" fmla="val 3265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4800600" y="2468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작업공간과 격리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800600" y="283464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out/&lt;run id&gt;/project/ 에 임시 git 저장소: 브랜치 sbmig/&lt;run id&gt;, 스텝·시도마다 커밋, 실패 시 되돌림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git은 비대화식(프롬프트·훅·서명 끔, 10분 타임아웃), 출력은 UTF-8로 직접 디코딩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result.zip에는 .git 없음, changes.patch는 원본 바이트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인코딩 감지: MS949/EUC-KR 소스를 깨뜨리지 않음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설정 계층과 비밀 관리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1470355" cy="1051560"/>
          </a:xfrm>
          <a:prstGeom prst="roundRect">
            <a:avLst>
              <a:gd name="adj" fmla="val 6957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133856"/>
            <a:ext cx="1470355" cy="50474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.env → 환경 변수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93776" y="1623060"/>
            <a:ext cx="1397203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LLM_BASE_URL · LLM_API_KEY · LLM_MODEL (이미 있는 쉘 변수가 이김)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954987" y="1540764"/>
            <a:ext cx="164592" cy="164592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147011" y="1097280"/>
            <a:ext cx="1470355" cy="1051560"/>
          </a:xfrm>
          <a:prstGeom prst="roundRect">
            <a:avLst>
              <a:gd name="adj" fmla="val 6957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147011" y="1133856"/>
            <a:ext cx="1470355" cy="50474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config/default.yml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2183587" y="1623060"/>
            <a:ext cx="1397203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모든 키의 기본값 (코드와 배포)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644798" y="1540764"/>
            <a:ext cx="164592" cy="164592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36822" y="1097280"/>
            <a:ext cx="1470355" cy="1051560"/>
          </a:xfrm>
          <a:prstGeom prst="roundRect">
            <a:avLst>
              <a:gd name="adj" fmla="val 6957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36822" y="1133856"/>
            <a:ext cx="1470355" cy="50474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--config artifacts.yml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873398" y="1623060"/>
            <a:ext cx="1397203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회사 값: 좌표·레이아웃·parent_phase (여러 파일, 순서대로)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334610" y="1540764"/>
            <a:ext cx="164592" cy="164592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526634" y="1097280"/>
            <a:ext cx="1470355" cy="1051560"/>
          </a:xfrm>
          <a:prstGeom prst="roundRect">
            <a:avLst>
              <a:gd name="adj" fmla="val 6957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526634" y="1133856"/>
            <a:ext cx="1470355" cy="50474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CLI 플래그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563210" y="1623060"/>
            <a:ext cx="1397203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--java-home, --settings, --stop-after …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024421" y="1540764"/>
            <a:ext cx="164592" cy="164592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16445" y="1097280"/>
            <a:ext cx="1470355" cy="1051560"/>
          </a:xfrm>
          <a:prstGeom prst="roundRect">
            <a:avLst>
              <a:gd name="adj" fmla="val 6957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216445" y="1133856"/>
            <a:ext cx="1470355" cy="50474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SBMIG_* 환경 변수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253021" y="1623060"/>
            <a:ext cx="1397203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마지막에 덮어씀(최우선), ${VAR} 확장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2377440"/>
            <a:ext cx="4023360" cy="2240280"/>
          </a:xfrm>
          <a:prstGeom prst="roundRect">
            <a:avLst>
              <a:gd name="adj" fmla="val 3265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594360" y="2468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회사에서 처음 채우는 값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94360" y="283464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artifacts.parent / boot_parent / comp_parent = xxx-parent / xxx-boot-jar / xxx-comp-jar 4.0.0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artifacts.mandatory ×2, artifacts.optional ×8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plan.parent_phase: spring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build.java_home (JDK 21), build.settings_file (Nexus catch-all 미러)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.env: LLM_BASE_URL, LLM_API_KEY, LLM_MODEL (+ LLM_RECIPE_MODEL, LLM_ESCALATION_MODEL)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663440" y="2377440"/>
            <a:ext cx="4023360" cy="2240280"/>
          </a:xfrm>
          <a:prstGeom prst="roundRect">
            <a:avLst>
              <a:gd name="adj" fmla="val 3265"/>
            </a:avLst>
          </a:prstGeom>
          <a:solidFill>
            <a:srgbClr val="EAF0F6"/>
          </a:solidFill>
          <a:ln w="9525">
            <a:solidFill>
              <a:srgbClr val="EAF0F6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4800600" y="2468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비밀과 Nexus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800600" y="283464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API 키는 환경 변수에서만 읽고 yml·로그·리포트 어디에도 쓰지 않음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pom에 적힌 옛 저장소 URL은 settings.xml의 mirrorOf external:* 로 전부 Nexus group으로 — 템플릿 config/settings.nexus.example.xml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미러가 없으면 분석이 follow-up으로 경고, 선택: build.pom_repositories: remove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Nexus group이 프록시할 것: Central(org.openrewrite.*), Boot 4.1.0, jakarta, 사내 4.0.0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운영과 진단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"멈춘 건가?" 판단법 · 리포트 읽는 법 · 첫 회사 실행에서 배운 것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"멈춘 건가?" — 조용해도 정상인 구간과 확인할 세 줄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조용한 구간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정상 신호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비정상 기준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OpenRewrite 실행 (Boot 4 umbrella는 수 분)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rewrite … still running 60초마다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openrewrite.timeout_minutes(40) 초과 → 자동 실패 처리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호출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in flight 30초마다, 호출 시작/재시도 로그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timeout + 30초 벽시계 데드라인 → 그 호출 실패, 쿨다운 후 재시도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 빌드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mvn … still running 60초마다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build.timeout_minutes(30) → Windows taskkill /T /F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수정 루프 전체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마일스톤 진행 로그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loop quiet for Ns since '&lt;milestone&gt;' (60초), 5분이면 threads-*.txt 자동 덤프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31546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594360" y="3246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옮겨 적을 줄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94360" y="36118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SBMIG-RESULT … 한 줄(결과·주의 코드)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워치독 줄 + 클러스터의 first error: 줄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덤프의 --- thread sbmig-run- 블록 맨 아래 15줄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4663440" y="31546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4800600" y="3246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PowerShell (round 10)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800600" y="36118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Get-Content &lt;run dir&gt;\sbmig.log -Encoding UTF8 -Tail 20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New-Item &lt;run dir&gt;\dump-threads -ItemType File  (덤프)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CLI 콘솔은 Ctrl+Break, sbmig serve는 /api/threads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플릿 안전장치와 한 줄 결과 (round 10)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65760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장치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운영자가 보는 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동작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사전 점검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preflight: java FAIL 17 but build.require_java_major is 21 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첫 프로젝트 전 disk · maven · java · settings · repository · llm 점검, 설정 오류면 바로 멈춤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인프라 차단기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fleet: infrastructure llm unavailable since &lt;project&gt; - waiting 15 min 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infra:&lt;kind&gt;로 끝난 프로젝트는 pending. 연속 3개면 15분 대기 후 재점검, 4번 넘으면 fleet stopped(exit 3) → 같은 명령으로 재개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디스크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preflight: disk FAIL … GB free … (min 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프로젝트마다 여유 공간 확인, 끝나면 target/ 삭제(fleet.cleanup), 쌓인 사본은 sbmig clean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 줄 결과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SBMIG-RESULT run=… exit=2 build=FAIL unresolved=3 blocked=1 llm=7 attn=…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ASCII 한 줄 — 문제를 알릴 때 이 줄을 옮겨 적음. fleet status --attention이 주의 코드별로 묶음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JDK 점검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aborted: Maven runs on Java 17.0.9 (…), not Java 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첫 빌드 전에 중단(jdk-not-21) → build.java_home 수정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웹 토큰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refusing to serve on 0.0.0.0 without a token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 공유는 SBMIG_WEB_TOKEN 필수, 없으면 이 PC만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chemeClr val="tx1"/>
                </a:solidFill>
              </a:rPr>
              <a:t>KB 형식이 바뀌어(L2 시그니처 세분화, 패키지 단위 치환 쌍, schema_version 2) 회사 KB는 한 번 지우고 다시 쌓습니다. KB 쓰기는 kb/.lock으로 직렬화되고 비밀값은 저장 전에 가립니다.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리포트 읽는 법: Handover부터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2194560" cy="512064"/>
          </a:xfrm>
          <a:prstGeom prst="roundRect">
            <a:avLst>
              <a:gd name="adj" fmla="val 14286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09728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Result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0" y="1097280"/>
            <a:ext cx="5943600" cy="512064"/>
          </a:xfrm>
          <a:prstGeom prst="roundRect">
            <a:avLst>
              <a:gd name="adj" fmla="val 14286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880360" y="1097280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최종 clean package 결과, 케이스, as-is 버전, LLM 호출·토큰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682496"/>
            <a:ext cx="2194560" cy="512064"/>
          </a:xfrm>
          <a:prstGeom prst="roundRect">
            <a:avLst>
              <a:gd name="adj" fmla="val 14286"/>
            </a:avLst>
          </a:prstGeom>
          <a:solidFill>
            <a:srgbClr val="E07A5F"/>
          </a:solidFill>
          <a:ln w="9525">
            <a:solidFill>
              <a:srgbClr val="E07A5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68249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Handover (인수인계)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0" y="1682496"/>
            <a:ext cx="5943600" cy="512064"/>
          </a:xfrm>
          <a:prstGeom prst="roundRect">
            <a:avLst>
              <a:gd name="adj" fmla="val 14286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880360" y="1682496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미해결 에러 · blocked(외부 원인) · 어드바이저리 · 실행 전 채울 속성(__SET_ME__) · merge 충돌 · LLM이 고친 파일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267712"/>
            <a:ext cx="2194560" cy="512064"/>
          </a:xfrm>
          <a:prstGeom prst="roundRect">
            <a:avLst>
              <a:gd name="adj" fmla="val 14286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226771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Unresolved errors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743200" y="2267712"/>
            <a:ext cx="5943600" cy="512064"/>
          </a:xfrm>
          <a:prstGeom prst="roundRect">
            <a:avLst>
              <a:gd name="adj" fmla="val 14286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880360" y="2267712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최종 빌드에 남은 에러와 마지막 로그 경로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852928"/>
            <a:ext cx="2194560" cy="512064"/>
          </a:xfrm>
          <a:prstGeom prst="roundRect">
            <a:avLst>
              <a:gd name="adj" fmla="val 14286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285292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Manual follow-ups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743200" y="2852928"/>
            <a:ext cx="5943600" cy="512064"/>
          </a:xfrm>
          <a:prstGeom prst="roundRect">
            <a:avLst>
              <a:gd name="adj" fmla="val 14286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880360" y="2852928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사람이 해야 할 일 목록(설정 누락, Nexus 프록시, 런타임 확인)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3438144"/>
            <a:ext cx="2194560" cy="512064"/>
          </a:xfrm>
          <a:prstGeom prst="roundRect">
            <a:avLst>
              <a:gd name="adj" fmla="val 14286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343814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What we changed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743200" y="3438144"/>
            <a:ext cx="5943600" cy="512064"/>
          </a:xfrm>
          <a:prstGeom prst="roundRect">
            <a:avLst>
              <a:gd name="adj" fmla="val 14286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880360" y="3438144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실행된 스텝, OpenRewrite 실행 표, 핸들러·재구성 변경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4023360"/>
            <a:ext cx="2194560" cy="512064"/>
          </a:xfrm>
          <a:prstGeom prst="roundRect">
            <a:avLst>
              <a:gd name="adj" fmla="val 14286"/>
            </a:avLst>
          </a:prstGeom>
          <a:solidFill>
            <a:srgbClr val="2C5F2D"/>
          </a:solidFill>
          <a:ln w="9525">
            <a:solidFill>
              <a:srgbClr val="2C5F2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402336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flags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2743200" y="4023360"/>
            <a:ext cx="5943600" cy="512064"/>
          </a:xfrm>
          <a:prstGeom prst="roundRect">
            <a:avLst>
              <a:gd name="adj" fmla="val 14286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880360" y="4023360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tests-skipped, restructure-failed, source-encoding-set:cp949, enforcer-skipped … (exit code를 바꾸지 않는 주의 표시)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첫 회사 실행(2026-10-21, Windows)에서 배운 것</a:t>
            </a:r>
            <a:endParaRPr lang="en-US" sz="2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증상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게이트웨이 503 (Postman은 성공)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요청 플래그 철자 need_orgin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need_origin으로 수정, sbmig llm-probe로 요청 원문 비교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'spring it2 … asking the LLM' 뒤 무응답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nearest_pom이 Windows 절대 경로에서 무한 루프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경로 정규화 + 반복 상한, 워치독·/api/threads·자동 스레드 덤프 추가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lombok IllegalAccessError 반복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부모가 상속한 옛 프로세서 경로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lombok-version-floor: 경로 고정, annotationProcessorPaths override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JSP 'token recognition error'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OpenRewrite XML 파서가 JSP를 읽음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openrewrite.exclusions (jsp, html)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javax.servlet:jstl 버전 누락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옛 부모 체인이 관리하던 버전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jstl-to-jakarta 핸들러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fontawesome.woff2 MalformedInputException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resources-plugin 3.x가 필터링 리소스의 바이너리를 텍스트로 읽음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resources-binary-filtering (nonFilteredFileExtensions), 선제 감지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UnicodeDecodeError cp949 · changes.patch 실패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출력을 콘솔 코드페이지로 디코딩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바이너리 git + UTF-8, patch는 원본 바이트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pom의 옛 저장소 URL로 접속 실패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망분리 PC에서 pom 선언 저장소 접근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settings.xml catch-all 미러 템플릿, 경고 follow-up, pom_repositories: remove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검증 현황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515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2,192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783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오프라인 테스트 (통과)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2468880" y="10515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32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2468880" y="1783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e2e 픽스처 프로젝트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10515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8 / 8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4480560" y="1783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회사 레이아웃 e2e PASS (0 LLM)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10515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32 / 50 / 67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1783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핸들러 · 레시피 · 어드바이저리</a:t>
            </a:r>
            <a:endParaRPr lang="en-US" sz="11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57200" y="2423160"/>
          <a:ext cx="512064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9"/>
          <p:cNvSpPr/>
          <p:nvPr/>
        </p:nvSpPr>
        <p:spPr>
          <a:xfrm>
            <a:off x="5760720" y="2423160"/>
            <a:ext cx="2926080" cy="2240280"/>
          </a:xfrm>
          <a:prstGeom prst="roundRect">
            <a:avLst>
              <a:gd name="adj" fmla="val 3265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5897880" y="25146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e2e가 확인하는 것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897880" y="2880360"/>
            <a:ext cx="2651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실제 Maven으로 끝까지 실행, exit code·blocked·LLM 호출 수 상한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결과 pom의 부모·패키징·모듈 목록, 외부화 설정 플레이스홀더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journal 이벤트(restructure mode 등)와 단계 결과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핸드북 자체도 테스트: 적은 경로·설정 키·명령이 실제로 존재하는지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열린 결정과 다음 단계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9436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회사가 정할 것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544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플릿에서 단위 테스트를 돌릴지 (build.skip_tests: true가 기본 — 빠르지만 런타임 문제를 덜 잡음)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작업공간에 임시 git 저장소를 두는 것이 허용되는지 (금지면 복사 기반 스냅샷 백엔드)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xxx-boot-jar 부모가 spring-boot-maven-plugin 버전을 관리하는지 (아니면 parent_manages_spring_boot: false)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663440" y="109728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80060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다음 라운드 후보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5544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빌드/리라이트 로그 줄마다 시각 + compile/parse/recipes 분할 요약(큰 프로젝트 시간 분석)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심볼 단위 교차 파일 클러스터링(같은 라이브러리 메서드 N파일 → LLM 1회)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ribbon/zuul/netflix-feign 등 guide 어드바이저리의 레시피화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ADVISOR_CATALOG를 사내 레시피 인벤토리로 확장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971800"/>
            <a:ext cx="8229600" cy="1645920"/>
          </a:xfrm>
          <a:prstGeom prst="roundRect">
            <a:avLst>
              <a:gd name="adj" fmla="val 4444"/>
            </a:avLst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94360" y="306324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플릿 운영 제안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342900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1) 대표 프로젝트 4종(순수 Java, Spring 5 war, Boot 2.x 멀티모듈, MSA)으로 실제 Nexus·게이트웨이에서 파일럿 → Handover 품질 확인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2) kb/를 공유 디렉터리로 두고 플릿을 순차 실행, 매일 ledger 요약과 레시피 후보 검토(sbmig kb learning / promote)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3) blocked·follow-up 통계로 Nexus 프록시 누락, 사내 라이브러리 jakarta 빌드 등 '프로젝트 밖' 과제를 모아 처리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부록: 문서 지도</a:t>
            </a:r>
            <a:endParaRPr lang="en-US" sz="2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75488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 독자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README.md (00)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개요, 역할별 읽는 순서, 용어집, 제출물 안내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01-pipeline.md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단계별 입력·출력·파일·분기·저널 이벤트, 실제 실행 타임라인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운영자·개발자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02-workflows.md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CLI/웹 실행, LLM 점검, 플릿, 지식 축적, 레시피 점검, 어드바이저리, 외부화 설정, e2e, 결과 받기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운영자·담당자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03-architecture.md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원칙·불변식, 패키지 지도, 데이터 모델, 설정 계층, 엔진, 웹, 작업공간, 진단, 플러그인, 타임아웃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개발자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04-triage-and-loop.md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로그 파싱→결정 사다리→루프 제어, 핸들러 카탈로그, 로그 한 줄 해석표, 실제 시나리오 3개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05-directories-and-storage.md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config/ knowledge/ kb/ fixtures/ out/&lt;run id&gt;/ tests/ scripts/ 의 저장 형식과 활용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운영자·개발자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06-restructure-and-layouts.md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회사 레이아웃 규칙, 모드별 before/after, 템플릿, 부모·버전, merge, JSP/WAR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담당자·개발자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07-api-reference.md · 08-config-reference.md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CLI·REST·Python API·플러그인 계약·스키마 / 설정 키 전체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개발자 / 운영자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09-operations.md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사전 준비, Nexus 미러, Windows, 리포트 읽기, SBMIG-RESULT, 멈춤 진단, 에러 카탈로그(한국어), 플릿 안전장치, KB 위생, FAQ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운영자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sbmig-reference.xlsx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설정키 · 핸들러 · 에러카탈로그 · CLI · REST_API · 픽스처 · 저널이벤트 · 리포트플래그 · 레시피카탈로그 · 어드바이저리 · 지식노트 · 열거형 · 디렉터리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bmig Forest">
  <a:themeElements>
    <a:clrScheme name="sbmig Forest">
      <a:dk1>
        <a:srgbClr val="1C2A1E"/>
      </a:dk1>
      <a:lt1>
        <a:srgbClr val="FFFFFF"/>
      </a:lt1>
      <a:dk2>
        <a:srgbClr val="2C5F2D"/>
      </a:dk2>
      <a:lt2>
        <a:srgbClr val="EEF3EA"/>
      </a:lt2>
      <a:accent1>
        <a:srgbClr val="2C5F2D"/>
      </a:accent1>
      <a:accent2>
        <a:srgbClr val="97BC62"/>
      </a:accent2>
      <a:accent3>
        <a:srgbClr val="E07A5F"/>
      </a:accent3>
      <a:accent4>
        <a:srgbClr val="3D5A80"/>
      </a:accent4>
      <a:accent5>
        <a:srgbClr val="F2CC8F"/>
      </a:accent5>
      <a:accent6>
        <a:srgbClr val="81B29A"/>
      </a:accent6>
      <a:hlink>
        <a:srgbClr val="2C5F2D"/>
      </a:hlink>
      <a:folHlink>
        <a:srgbClr val="97BC62"/>
      </a:folHlink>
    </a:clrScheme>
    <a:fontScheme name="sbmig Fore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sbmig — JDK 21 · Spring Boot 4.1 마이그레이션 에이전트</dc:title>
  <dc:subject>설계, 동작 원리, 운영</dc:subject>
  <dc:creator>sbmig</dc:creator>
  <cp:lastModifiedBy>sbmig</cp:lastModifiedBy>
  <cp:revision>1</cp:revision>
  <dcterms:created xsi:type="dcterms:W3CDTF">2026-10-25T23:40:54Z</dcterms:created>
  <dcterms:modified xsi:type="dcterms:W3CDTF">2026-10-25T23:40:54Z</dcterms:modified>
</cp:coreProperties>
</file>